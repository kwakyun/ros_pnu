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88" r:id="rId5"/>
    <p:sldId id="260" r:id="rId6"/>
    <p:sldId id="259" r:id="rId7"/>
    <p:sldId id="276" r:id="rId8"/>
    <p:sldId id="261" r:id="rId9"/>
    <p:sldId id="263" r:id="rId10"/>
    <p:sldId id="267" r:id="rId11"/>
    <p:sldId id="268" r:id="rId12"/>
    <p:sldId id="298" r:id="rId13"/>
    <p:sldId id="269" r:id="rId14"/>
    <p:sldId id="270" r:id="rId15"/>
    <p:sldId id="271" r:id="rId16"/>
    <p:sldId id="272" r:id="rId17"/>
    <p:sldId id="273" r:id="rId18"/>
    <p:sldId id="274" r:id="rId19"/>
    <p:sldId id="287" r:id="rId20"/>
    <p:sldId id="264" r:id="rId21"/>
    <p:sldId id="294" r:id="rId22"/>
    <p:sldId id="292" r:id="rId23"/>
    <p:sldId id="293" r:id="rId24"/>
    <p:sldId id="265" r:id="rId25"/>
    <p:sldId id="296" r:id="rId26"/>
    <p:sldId id="289" r:id="rId27"/>
    <p:sldId id="290" r:id="rId28"/>
    <p:sldId id="280" r:id="rId29"/>
    <p:sldId id="282" r:id="rId30"/>
    <p:sldId id="283" r:id="rId31"/>
    <p:sldId id="284" r:id="rId32"/>
    <p:sldId id="285" r:id="rId33"/>
    <p:sldId id="286" r:id="rId34"/>
  </p:sldIdLst>
  <p:sldSz cx="12192000" cy="6858000"/>
  <p:notesSz cx="6858000" cy="9144000"/>
  <p:embeddedFontLst>
    <p:embeddedFont>
      <p:font typeface="Pretendard" panose="02000503000000020004" pitchFamily="50" charset="-127"/>
      <p:regular r:id="rId36"/>
      <p:bold r:id="rId37"/>
    </p:embeddedFont>
    <p:embeddedFont>
      <p:font typeface="Pretendard SemiBold" panose="02000703000000020004" pitchFamily="50" charset="-127"/>
      <p:bold r:id="rId38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목차" id="{BF683A9A-BC7B-46FE-9D9D-399BE865D24C}">
          <p14:sldIdLst>
            <p14:sldId id="256"/>
            <p14:sldId id="257"/>
            <p14:sldId id="258"/>
          </p14:sldIdLst>
        </p14:section>
        <p14:section name="분산 ROS" id="{2250DC2A-A772-4B97-BDB1-636B2612C4BF}">
          <p14:sldIdLst>
            <p14:sldId id="288"/>
            <p14:sldId id="260"/>
            <p14:sldId id="259"/>
            <p14:sldId id="276"/>
            <p14:sldId id="261"/>
            <p14:sldId id="263"/>
            <p14:sldId id="267"/>
            <p14:sldId id="268"/>
            <p14:sldId id="298"/>
            <p14:sldId id="269"/>
            <p14:sldId id="270"/>
          </p14:sldIdLst>
        </p14:section>
        <p14:section name="QOS" id="{18A752C8-38B8-4B05-B8A8-F626BBA28A1A}">
          <p14:sldIdLst>
            <p14:sldId id="271"/>
            <p14:sldId id="272"/>
            <p14:sldId id="273"/>
            <p14:sldId id="274"/>
          </p14:sldIdLst>
        </p14:section>
        <p14:section name="PC-Jetson 연결" id="{7E5CFCFB-8956-47CA-A1F9-43324D6E90B1}">
          <p14:sldIdLst>
            <p14:sldId id="287"/>
            <p14:sldId id="264"/>
            <p14:sldId id="294"/>
            <p14:sldId id="292"/>
            <p14:sldId id="293"/>
            <p14:sldId id="265"/>
            <p14:sldId id="296"/>
            <p14:sldId id="289"/>
          </p14:sldIdLst>
        </p14:section>
        <p14:section name="기타" id="{A1B93F24-5EB9-4F17-9E47-C71593D54E78}">
          <p14:sldIdLst>
            <p14:sldId id="290"/>
            <p14:sldId id="280"/>
          </p14:sldIdLst>
        </p14:section>
        <p14:section name="실습" id="{A95FC413-038B-4EB0-9ACD-A3DBDB75FFB6}">
          <p14:sldIdLst>
            <p14:sldId id="282"/>
            <p14:sldId id="283"/>
            <p14:sldId id="284"/>
            <p14:sldId id="285"/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767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20" autoAdjust="0"/>
    <p:restoredTop sz="85630" autoAdjust="0"/>
  </p:normalViewPr>
  <p:slideViewPr>
    <p:cSldViewPr snapToGrid="0">
      <p:cViewPr varScale="1">
        <p:scale>
          <a:sx n="82" d="100"/>
          <a:sy n="82" d="100"/>
        </p:scale>
        <p:origin x="105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91094-2423-ECA3-E6B1-7C79CF7C8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A63001-4DED-9A48-0487-DE635108A2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057314-5E35-BFEF-9DF6-A39576C4D7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62A871-9D69-92FF-277E-7B7E67B312B1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422070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1EC5A-2CA2-01E8-9455-4A6B42F82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F6C9DC-AA83-F922-EAD6-FFE7A21BF7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6AEE89-2416-33C5-373B-6941E6CDAE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4FCCA9-ED32-FFF8-98A3-543346AA716E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148184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5955F-BBEC-3D0E-5A11-74ED177EA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C6AC70-C79C-DEA2-6202-629384753D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9F86DF-EEDC-00F3-E5EE-27DAC3C8B5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DF664-7572-7B7B-2B56-BE1874D0AFCC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2116583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18050-1462-674A-B1BA-D29E0A552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6A3FA9-6192-34B0-89DD-1532A60E0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D820CC-2E2A-B3CE-4EFC-C11A6085AF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41330F-6227-4538-6028-9F074C06781E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3235628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9C7B59-EAD9-7336-DC3C-70E954690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929240-D8F6-2EC4-A3A2-83A64B1C95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EE0162-7CF1-D5AB-A16C-E49127B368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BB346B-5E39-5805-631B-18A76EC047EA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4146850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281EE-922C-CB07-DEDF-75A787FC4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BE606B-474C-8823-C1A0-3354CE3C51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16C4A3-D9A1-6CA0-49CB-6DE3257DCD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187042-F4EF-C009-1D93-9CB60C4633E5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6959545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004A5-B645-655E-5362-4217D5589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3700" y="1041400"/>
            <a:ext cx="7493000" cy="2491490"/>
          </a:xfrm>
        </p:spPr>
        <p:txBody>
          <a:bodyPr anchor="b"/>
          <a:lstStyle>
            <a:lvl1pPr algn="l">
              <a:buNone/>
              <a:defRPr sz="6000" b="1" i="0">
                <a:latin typeface="Pretendard"/>
                <a:ea typeface="Pretendard"/>
                <a:cs typeface="Pretendard"/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7031B1-59B2-C235-9FDD-8050418A5F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3700" y="4356100"/>
            <a:ext cx="5537200" cy="1638300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E851FDE-9E0B-568C-1CBA-E72B86CC06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2032000"/>
            <a:ext cx="11404600" cy="396240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9CCD18F-3BF6-A3EE-DAAE-66BD406D7E8D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93699" y="6279294"/>
            <a:ext cx="8129411" cy="241898"/>
          </a:xfrm>
          <a:prstGeom prst="rect">
            <a:avLst/>
          </a:prstGeom>
        </p:spPr>
        <p:txBody>
          <a:bodyPr vert="horz" lIns="0" tIns="0" rIns="0" bIns="0" anchor="b"/>
          <a:lstStyle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endParaRPr sz="110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5186992D-ADA6-5A23-EBD5-6BEF0A2E61BA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279332" y="6279294"/>
            <a:ext cx="518968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r">
              <a:buNone/>
              <a:defRPr sz="11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BB333F-FFCF-AA9E-7AC0-64DB02353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344008"/>
            <a:ext cx="11404600" cy="1047491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/>
          <a:p>
            <a:r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4DCC3060-FADA-4310-30F9-24EC34B5A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2032000"/>
            <a:ext cx="5537200" cy="396240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19E7B047-08E6-29C1-F101-C084D555AACC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93700" y="6279294"/>
            <a:ext cx="8705144" cy="241898"/>
          </a:xfrm>
          <a:prstGeom prst="rect">
            <a:avLst/>
          </a:prstGeom>
        </p:spPr>
        <p:txBody>
          <a:bodyPr vert="horz" lIns="0" tIns="0" rIns="0" bIns="0" anchor="b"/>
          <a:lstStyle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endParaRPr sz="110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DE564C6-8AA0-935D-A919-07AFA15B335B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279332" y="6279294"/>
            <a:ext cx="518968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r">
              <a:buNone/>
              <a:defRPr sz="11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4ABE46D3-8F05-1C7F-3EC7-20BFCC76C25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256618" y="2032000"/>
            <a:ext cx="5537200" cy="396240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9D2C21-36BF-25E7-8E97-1D17F313F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344008"/>
            <a:ext cx="11404600" cy="1047491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/>
          <a:p>
            <a:r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2032000"/>
            <a:ext cx="3568700" cy="396240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93700" y="6279294"/>
            <a:ext cx="7493000" cy="241898"/>
          </a:xfrm>
          <a:prstGeom prst="rect">
            <a:avLst/>
          </a:prstGeom>
        </p:spPr>
        <p:txBody>
          <a:bodyPr vert="horz" lIns="0" tIns="0" rIns="0" bIns="0" anchor="b"/>
          <a:lstStyle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endParaRPr sz="11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279332" y="6279294"/>
            <a:ext cx="518968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r">
              <a:buNone/>
              <a:defRPr sz="11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0E090C5-E6C8-92F2-E8C2-A840B8F180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318000" y="2032000"/>
            <a:ext cx="3568700" cy="396240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0C6D2D15-AEC2-9F99-316F-C37AF863965D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232273" y="2032000"/>
            <a:ext cx="3568700" cy="396240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344008"/>
            <a:ext cx="11404600" cy="1047491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/>
          <a:p>
            <a:r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4826000"/>
            <a:ext cx="2595934" cy="116840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>
            <a:pPr lvl="0">
              <a:buNone/>
            </a:pPr>
            <a:r>
              <a:t>Click to edit Master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93699" y="6279294"/>
            <a:ext cx="8466647" cy="241898"/>
          </a:xfrm>
          <a:prstGeom prst="rect">
            <a:avLst/>
          </a:prstGeom>
        </p:spPr>
        <p:txBody>
          <a:bodyPr vert="horz" lIns="0" tIns="0" rIns="0" bIns="0" anchor="b"/>
          <a:lstStyle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endParaRPr sz="11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279332" y="6279294"/>
            <a:ext cx="518968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r">
              <a:buNone/>
              <a:defRPr sz="11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344008"/>
            <a:ext cx="11404600" cy="1047491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F70A9DA-D783-0627-3166-E13B68C2ADAC}"/>
              </a:ext>
            </a:extLst>
          </p:cNvPr>
          <p:cNvSpPr>
            <a:spLocks noGrp="1"/>
          </p:cNvSpPr>
          <p:nvPr>
            <p:ph type="body" idx="12"/>
          </p:nvPr>
        </p:nvSpPr>
        <p:spPr>
          <a:xfrm>
            <a:off x="3334966" y="4826000"/>
            <a:ext cx="2595934" cy="1168400"/>
          </a:xfrm>
        </p:spPr>
        <p:txBody>
          <a:bodyPr/>
          <a:lstStyle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>
            <a:pPr lvl="0">
              <a:buNone/>
            </a:pPr>
            <a:r>
              <a:t>Click to edit Master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75BF2647-8E8C-CAEE-896D-0E1567AF7E9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4413" y="4826000"/>
            <a:ext cx="2595934" cy="116840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>
            <a:pPr lvl="0">
              <a:buNone/>
            </a:pPr>
            <a:r>
              <a:t>Click to edit Master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37C6F143-221A-9959-8FBA-B9B1DB6602D0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9205679" y="4826000"/>
            <a:ext cx="2595934" cy="1168400"/>
          </a:xfrm>
        </p:spPr>
        <p:txBody>
          <a:bodyPr/>
          <a:lstStyle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>
            <a:pPr lvl="0">
              <a:buNone/>
            </a:pPr>
            <a:r>
              <a:t>Click to edit Master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DB1182C5-F22B-2641-06DE-4EDACA3C1DDD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93699" y="6279294"/>
            <a:ext cx="7361767" cy="241898"/>
          </a:xfrm>
          <a:prstGeom prst="rect">
            <a:avLst/>
          </a:prstGeom>
        </p:spPr>
        <p:txBody>
          <a:bodyPr vert="horz" lIns="0" tIns="0" rIns="0" bIns="0" anchor="b"/>
          <a:lstStyle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endParaRPr sz="110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97A4AD5-204B-38FD-4F33-270C2F9F5CC6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279332" y="6279294"/>
            <a:ext cx="518968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r">
              <a:buNone/>
              <a:defRPr sz="11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CF9983-3FD7-FAE4-9F0B-B2CE806D8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344008"/>
            <a:ext cx="11404600" cy="1047491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/>
          <a:p>
            <a:r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1012CBCC-C555-8C11-443D-86D6F7A45CF8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93700" y="6279294"/>
            <a:ext cx="7587544" cy="241898"/>
          </a:xfrm>
          <a:prstGeom prst="rect">
            <a:avLst/>
          </a:prstGeom>
        </p:spPr>
        <p:txBody>
          <a:bodyPr vert="horz" lIns="0" tIns="0" rIns="0" bIns="0" anchor="b"/>
          <a:lstStyle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endParaRPr sz="110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B69B260B-B882-BF7F-1BB1-28B9578A25A2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279332" y="6279294"/>
            <a:ext cx="518968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r">
              <a:buNone/>
              <a:defRPr sz="11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fld id="{8574A810-7A8E-054F-9F6B-09E9C694ECF9}" type="slidenum">
              <a:t>‹#›</a:t>
            </a:fld>
            <a:endParaRPr sz="110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6393D1-1567-D34A-BE27-349709A0C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E2B713-FEB1-54CB-7FC5-0462B4076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5E45BAE-B87E-09EF-64B3-16D4F51BE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C1C2D0-7787-42D7-BE7E-0E712B3CCBF2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44C6E4-F713-BC3E-B954-FA2A23781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31A3F6-D295-28B4-535A-F721DBBFC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F5604-FB47-45E0-9FE9-146F139D77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44299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87ED2E-D8FF-5C8C-ED50-59BA3091C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344008"/>
            <a:ext cx="11404600" cy="1047491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B0E1CB-6DCA-2E9F-2B74-4309B4084C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3700" y="2032000"/>
            <a:ext cx="11404600" cy="396240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Click to edit Master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75650C-2983-5B02-8421-FF1818435433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93700" y="6279294"/>
            <a:ext cx="7531100" cy="241898"/>
          </a:xfrm>
          <a:prstGeom prst="rect">
            <a:avLst/>
          </a:prstGeom>
        </p:spPr>
        <p:txBody>
          <a:bodyPr vert="horz" lIns="0" tIns="0" rIns="0" bIns="0" anchor="b"/>
          <a:lstStyle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endParaRPr sz="110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72C88C-1AB3-96BA-C9E5-3435A4BD59BB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279332" y="6279294"/>
            <a:ext cx="518968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r">
              <a:buNone/>
              <a:defRPr sz="11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fld id="{8574A810-7A8E-054F-9F6B-09E9C694ECF9}" type="slidenum">
              <a:t>‹#›</a:t>
            </a:fld>
            <a:endParaRPr sz="11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hdr="0" dt="0"/>
  <p:txStyles>
    <p:titleStyle>
      <a:lvl1pPr algn="l" defTabSz="914400">
        <a:lnSpc>
          <a:spcPct val="90000"/>
        </a:lnSpc>
        <a:spcBef>
          <a:spcPct val="0"/>
        </a:spcBef>
        <a:buNone/>
        <a:defRPr sz="2900" b="1" i="0" kern="1200">
          <a:solidFill>
            <a:schemeClr val="tx1"/>
          </a:solidFill>
          <a:latin typeface="Pretendard"/>
          <a:ea typeface="Pretendard"/>
          <a:cs typeface="Pretendard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Pretendard"/>
        <a:buChar char="•"/>
        <a:defRPr sz="2400" kern="1200">
          <a:solidFill>
            <a:schemeClr val="tx1"/>
          </a:solidFill>
          <a:latin typeface="Pretendard"/>
          <a:ea typeface="Pretendard"/>
          <a:cs typeface="Pretendard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Pretendard"/>
        <a:buChar char="•"/>
        <a:defRPr sz="2000" kern="1200">
          <a:solidFill>
            <a:schemeClr val="tx1"/>
          </a:solidFill>
          <a:latin typeface="Pretendard"/>
          <a:ea typeface="Pretendard"/>
          <a:cs typeface="Pretendard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Pretendard"/>
        <a:buChar char="•"/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Pretendard"/>
        <a:buChar char="•"/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Pretendard"/>
        <a:buChar char="•"/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Pretendard"/>
        <a:buChar char="•"/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Pretendard"/>
        <a:buChar char="•"/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Pretendard"/>
        <a:buChar char="•"/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Pretendard"/>
        <a:buChar char="•"/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1pPr>
      <a:lvl2pPr marL="457200" algn="l" defTabSz="914400">
        <a:buNone/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2pPr>
      <a:lvl3pPr marL="914400" algn="l" defTabSz="914400">
        <a:buNone/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3pPr>
      <a:lvl4pPr marL="1371600" algn="l" defTabSz="914400">
        <a:buNone/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4pPr>
      <a:lvl5pPr marL="1828800" algn="l" defTabSz="914400">
        <a:buNone/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5pPr>
      <a:lvl6pPr marL="2286000" algn="l" defTabSz="914400">
        <a:buNone/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6pPr>
      <a:lvl7pPr marL="2743200" algn="l" defTabSz="914400">
        <a:buNone/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7pPr>
      <a:lvl8pPr marL="3200400" algn="l" defTabSz="914400">
        <a:buNone/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8pPr>
      <a:lvl9pPr marL="3657600" algn="l" defTabSz="914400">
        <a:buNone/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F26B43"/>
          </p15:clr>
        </p15:guide>
        <p15:guide id="2" pos="7680" userDrawn="1">
          <p15:clr>
            <a:srgbClr val="F26B43"/>
          </p15:clr>
        </p15:guide>
        <p15:guide id="3" pos="248" userDrawn="1">
          <p15:clr>
            <a:srgbClr val="F26B43"/>
          </p15:clr>
        </p15:guide>
        <p15:guide id="4" pos="1264" userDrawn="1">
          <p15:clr>
            <a:srgbClr val="F26B43"/>
          </p15:clr>
        </p15:guide>
        <p15:guide id="5" pos="1480" userDrawn="1">
          <p15:clr>
            <a:srgbClr val="F26B43"/>
          </p15:clr>
        </p15:guide>
        <p15:guide id="6" pos="2520" userDrawn="1">
          <p15:clr>
            <a:srgbClr val="F26B43"/>
          </p15:clr>
        </p15:guide>
        <p15:guide id="7" pos="2712" userDrawn="1">
          <p15:clr>
            <a:srgbClr val="F26B43"/>
          </p15:clr>
        </p15:guide>
        <p15:guide id="8" pos="3736" userDrawn="1">
          <p15:clr>
            <a:srgbClr val="F26B43"/>
          </p15:clr>
        </p15:guide>
        <p15:guide id="9" pos="3944" userDrawn="1">
          <p15:clr>
            <a:srgbClr val="F26B43"/>
          </p15:clr>
        </p15:guide>
        <p15:guide id="10" pos="4968" userDrawn="1">
          <p15:clr>
            <a:srgbClr val="F26B43"/>
          </p15:clr>
        </p15:guide>
        <p15:guide id="11" pos="5184" userDrawn="1">
          <p15:clr>
            <a:srgbClr val="F26B43"/>
          </p15:clr>
        </p15:guide>
        <p15:guide id="12" pos="6200" userDrawn="1">
          <p15:clr>
            <a:srgbClr val="F26B43"/>
          </p15:clr>
        </p15:guide>
        <p15:guide id="13" pos="6416" userDrawn="1">
          <p15:clr>
            <a:srgbClr val="F26B43"/>
          </p15:clr>
        </p15:guide>
        <p15:guide id="14" pos="7432" userDrawn="1">
          <p15:clr>
            <a:srgbClr val="F26B43"/>
          </p15:clr>
        </p15:guide>
        <p15:guide id="15" orient="horz" userDrawn="1">
          <p15:clr>
            <a:srgbClr val="F26B43"/>
          </p15:clr>
        </p15:guide>
        <p15:guide id="17" orient="horz" pos="248" userDrawn="1">
          <p15:clr>
            <a:srgbClr val="F26B43"/>
          </p15:clr>
        </p15:guide>
        <p15:guide id="18" orient="horz" pos="656" userDrawn="1">
          <p15:clr>
            <a:srgbClr val="F26B43"/>
          </p15:clr>
        </p15:guide>
        <p15:guide id="19" orient="horz" pos="872" userDrawn="1">
          <p15:clr>
            <a:srgbClr val="F26B43"/>
          </p15:clr>
        </p15:guide>
        <p15:guide id="20" orient="horz" pos="1280" userDrawn="1">
          <p15:clr>
            <a:srgbClr val="F26B43"/>
          </p15:clr>
        </p15:guide>
        <p15:guide id="21" orient="horz" pos="1496" userDrawn="1">
          <p15:clr>
            <a:srgbClr val="F26B43"/>
          </p15:clr>
        </p15:guide>
        <p15:guide id="22" orient="horz" pos="1904" userDrawn="1">
          <p15:clr>
            <a:srgbClr val="F26B43"/>
          </p15:clr>
        </p15:guide>
        <p15:guide id="23" orient="horz" pos="2120" userDrawn="1">
          <p15:clr>
            <a:srgbClr val="F26B43"/>
          </p15:clr>
        </p15:guide>
        <p15:guide id="24" orient="horz" pos="2528" userDrawn="1">
          <p15:clr>
            <a:srgbClr val="F26B43"/>
          </p15:clr>
        </p15:guide>
        <p15:guide id="25" orient="horz" pos="2744" userDrawn="1">
          <p15:clr>
            <a:srgbClr val="F26B43"/>
          </p15:clr>
        </p15:guide>
        <p15:guide id="26" orient="horz" pos="3152" userDrawn="1">
          <p15:clr>
            <a:srgbClr val="F26B43"/>
          </p15:clr>
        </p15:guide>
        <p15:guide id="27" orient="horz" pos="3368" userDrawn="1">
          <p15:clr>
            <a:srgbClr val="F26B43"/>
          </p15:clr>
        </p15:guide>
        <p15:guide id="28" orient="horz" pos="3776" userDrawn="1">
          <p15:clr>
            <a:srgbClr val="F26B43"/>
          </p15:clr>
        </p15:guide>
        <p15:guide id="29" orient="horz" pos="408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06809B0-D483-45C1-B580-B57BB5CC52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9968" y="1444887"/>
            <a:ext cx="10764781" cy="949063"/>
          </a:xfrm>
        </p:spPr>
        <p:txBody>
          <a:bodyPr anchor="t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5500">
                <a:solidFill>
                  <a:schemeClr val="accent1"/>
                </a:solidFill>
                <a:latin typeface="Pretendard"/>
                <a:ea typeface="Pretendard"/>
                <a:cs typeface="Pretendard"/>
              </a:rPr>
              <a:t>4주차 — PC·Jetson 분산 통신</a:t>
            </a:r>
          </a:p>
        </p:txBody>
      </p:sp>
      <p:sp>
        <p:nvSpPr>
          <p:cNvPr id="6" name="Subtitle 4">
            <a:extLst>
              <a:ext uri="{FF2B5EF4-FFF2-40B4-BE49-F238E27FC236}">
                <a16:creationId xmlns:a16="http://schemas.microsoft.com/office/drawing/2014/main" id="{C66AB198-0518-67DE-AB81-D65264FDA20F}"/>
              </a:ext>
            </a:extLst>
          </p:cNvPr>
          <p:cNvSpPr>
            <a:spLocks noGrp="1"/>
          </p:cNvSpPr>
          <p:nvPr/>
        </p:nvSpPr>
        <p:spPr>
          <a:xfrm>
            <a:off x="603018" y="4606175"/>
            <a:ext cx="6304556" cy="320279"/>
          </a:xfrm>
          <a:prstGeom prst="rect">
            <a:avLst/>
          </a:prstGeom>
          <a:noFill/>
        </p:spPr>
        <p:txBody>
          <a:bodyPr vert="horz" lIns="0" tIns="0" rIns="0" bIns="0">
            <a:noAutofit/>
          </a:bodyPr>
          <a:lstStyle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Pretendard"/>
              <a:buNone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Pretendard"/>
              <a:buNone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Pretendard"/>
              <a:buNone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Pretendard"/>
              <a:buNone/>
              <a:defRPr sz="16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Pretendard"/>
              <a:buNone/>
              <a:defRPr sz="16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Pretendard"/>
              <a:buNone/>
              <a:defRPr sz="16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Pretendard"/>
              <a:buNone/>
              <a:defRPr sz="16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Pretendard"/>
              <a:buNone/>
              <a:defRPr sz="16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Pretendard"/>
              <a:buNone/>
              <a:defRPr sz="16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chemeClr val="accent1"/>
                </a:solidFill>
                <a:latin typeface="Pretendard"/>
                <a:ea typeface="Pretendard"/>
                <a:cs typeface="Pretendard"/>
              </a:rPr>
              <a:t>DDS·Discovery·QoS 실습</a:t>
            </a:r>
          </a:p>
        </p:txBody>
      </p:sp>
      <p:sp>
        <p:nvSpPr>
          <p:cNvPr id="10" name="Subtitle 4">
            <a:extLst>
              <a:ext uri="{FF2B5EF4-FFF2-40B4-BE49-F238E27FC236}">
                <a16:creationId xmlns:a16="http://schemas.microsoft.com/office/drawing/2014/main" id="{CC2E0538-5645-7BC8-CF3A-FDF31FD97820}"/>
              </a:ext>
            </a:extLst>
          </p:cNvPr>
          <p:cNvSpPr>
            <a:spLocks noGrp="1"/>
          </p:cNvSpPr>
          <p:nvPr/>
        </p:nvSpPr>
        <p:spPr>
          <a:xfrm>
            <a:off x="603018" y="555606"/>
            <a:ext cx="3578411" cy="345178"/>
          </a:xfrm>
          <a:prstGeom prst="rect">
            <a:avLst/>
          </a:prstGeom>
        </p:spPr>
        <p:txBody>
          <a:bodyPr vert="horz" lIns="0" tIns="0" rIns="0" bIns="0">
            <a:noAutofit/>
          </a:bodyPr>
          <a:lstStyle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Pretendard"/>
              <a:buNone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Pretendard"/>
              <a:buNone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Pretendard"/>
              <a:buNone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Pretendard"/>
              <a:buNone/>
              <a:defRPr sz="16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Pretendard"/>
              <a:buNone/>
              <a:defRPr sz="16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Pretendard"/>
              <a:buNone/>
              <a:defRPr sz="16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Pretendard"/>
              <a:buNone/>
              <a:defRPr sz="16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Pretendard"/>
              <a:buNone/>
              <a:defRPr sz="16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Pretendard"/>
              <a:buNone/>
              <a:defRPr sz="16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800">
                <a:solidFill>
                  <a:schemeClr val="accent2">
                    <a:lumMod val="90000"/>
                  </a:schemeClr>
                </a:solidFill>
                <a:latin typeface="Pretendard"/>
                <a:ea typeface="Pretendard"/>
                <a:cs typeface="Pretendard"/>
              </a:rPr>
              <a:t>임베디드 시스템 설계 및 실습</a:t>
            </a:r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729CEB81-A958-4CDA-8FDD-4761767D45EB}"/>
              </a:ext>
            </a:extLst>
          </p:cNvPr>
          <p:cNvSpPr>
            <a:spLocks noGrp="1"/>
          </p:cNvSpPr>
          <p:nvPr/>
        </p:nvSpPr>
        <p:spPr>
          <a:xfrm>
            <a:off x="-183260" y="3934067"/>
            <a:ext cx="125585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1" name="Page Number">
            <a:extLst>
              <a:ext uri="{FF2B5EF4-FFF2-40B4-BE49-F238E27FC236}">
                <a16:creationId xmlns:a16="http://schemas.microsoft.com/office/drawing/2014/main" id="{B9255052-E5A2-4B5F-A124-684829B84FC4}"/>
              </a:ext>
            </a:extLst>
          </p:cNvPr>
          <p:cNvSpPr>
            <a:spLocks noGrp="1"/>
          </p:cNvSpPr>
          <p:nvPr/>
        </p:nvSpPr>
        <p:spPr>
          <a:xfrm>
            <a:off x="11279315" y="6279261"/>
            <a:ext cx="518922" cy="2412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/>
          <a:lstStyle/>
          <a:p>
            <a:pPr algn="r">
              <a:buNone/>
              <a:defRPr sz="1100">
                <a:solidFill>
                  <a:srgbClr val="000000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685088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108432E-6CC9-7470-65A5-7F6A330EFB4F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fld id="{E2598689-54C9-18A7-3A19-ED76AA08988F}" type="slidenum">
              <a:rPr>
                <a:latin typeface="Pretendard"/>
                <a:ea typeface="Pretendard"/>
                <a:cs typeface="Pretendard"/>
              </a:rPr>
              <a:t>2</a:t>
            </a:fld>
            <a:endParaRPr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173F7058-30A0-0125-1A90-B808A012B5B4}"/>
              </a:ext>
            </a:extLst>
          </p:cNvPr>
          <p:cNvSpPr>
            <a:spLocks noGrp="1"/>
          </p:cNvSpPr>
          <p:nvPr/>
        </p:nvSpPr>
        <p:spPr>
          <a:xfrm>
            <a:off x="393699" y="392242"/>
            <a:ext cx="3578411" cy="345178"/>
          </a:xfrm>
          <a:prstGeom prst="rect">
            <a:avLst/>
          </a:prstGeom>
        </p:spPr>
        <p:txBody>
          <a:bodyPr vert="horz" lIns="0" tIns="0" rIns="0" bIns="0">
            <a:noAutofit/>
          </a:bodyPr>
          <a:lstStyle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Pretendard"/>
              <a:buNone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Pretendard"/>
              <a:buNone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Pretendard"/>
              <a:buNone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Pretendard"/>
              <a:buNone/>
              <a:defRPr sz="16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Pretendard"/>
              <a:buNone/>
              <a:defRPr sz="16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Pretendard"/>
              <a:buNone/>
              <a:defRPr sz="16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Pretendard"/>
              <a:buNone/>
              <a:defRPr sz="16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Pretendard"/>
              <a:buNone/>
              <a:defRPr sz="16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Pretendard"/>
              <a:buNone/>
              <a:defRPr sz="16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800">
                <a:solidFill>
                  <a:schemeClr val="accent1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graphicFrame>
        <p:nvGraphicFramePr>
          <p:cNvPr id="10" name="Table 6"/>
          <p:cNvGraphicFramePr/>
          <p:nvPr>
            <p:extLst>
              <p:ext uri="{D42A27DB-BD31-4B8C-83A1-F6EECF244321}">
                <p14:modId xmlns:p14="http://schemas.microsoft.com/office/powerpoint/2010/main" val="4084943840"/>
              </p:ext>
            </p:extLst>
          </p:nvPr>
        </p:nvGraphicFramePr>
        <p:xfrm>
          <a:off x="393700" y="902970"/>
          <a:ext cx="114046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5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758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012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300" b="0" i="0" u="none" cap="none" spc="0">
                          <a:ln>
                            <a:noFill/>
                          </a:ln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Pretendard"/>
                          <a:ea typeface="Pretendard"/>
                          <a:cs typeface="Pretendard"/>
                        </a:rPr>
                        <a:t>01</a:t>
                      </a:r>
                    </a:p>
                  </a:txBody>
                  <a:tcPr marL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300" b="0" i="0" u="none" cap="none" spc="0">
                          <a:ln>
                            <a:noFill/>
                          </a:ln>
                          <a:solidFill>
                            <a:prstClr val="black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분산 ROS 2·DDS</a:t>
                      </a:r>
                    </a:p>
                  </a:txBody>
                  <a:tcPr marL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/>
                    </a:p>
                  </a:txBody>
                  <a:tcPr marL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300" b="0" i="0" u="none" cap="none" spc="0">
                          <a:ln>
                            <a:noFill/>
                          </a:ln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Pretendard"/>
                          <a:ea typeface="Pretendard"/>
                          <a:cs typeface="Pretendard"/>
                        </a:rPr>
                        <a:t>02</a:t>
                      </a:r>
                    </a:p>
                  </a:txBody>
                  <a:tcPr marL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300" b="0" i="0" u="none" cap="none" spc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latin typeface="Pretendard"/>
                          <a:ea typeface="Pretendard"/>
                          <a:cs typeface="Pretendard"/>
                        </a:rPr>
                        <a:t>Network·환경</a:t>
                      </a:r>
                      <a:r>
                        <a:rPr sz="2300" b="0" i="0" u="none" cap="none" spc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latin typeface="Pretendard"/>
                          <a:ea typeface="Pretendard"/>
                          <a:cs typeface="Pretendard"/>
                        </a:rPr>
                        <a:t> </a:t>
                      </a:r>
                      <a:r>
                        <a:rPr sz="2300" b="0" i="0" u="none" cap="none" spc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변수</a:t>
                      </a:r>
                      <a:endParaRPr sz="2300" b="0" i="0" u="none" cap="none" spc="0" dirty="0">
                        <a:ln>
                          <a:noFill/>
                        </a:ln>
                        <a:solidFill>
                          <a:prstClr val="black"/>
                        </a:solidFill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/>
                    </a:p>
                  </a:txBody>
                  <a:tcPr marL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300" b="0" i="0" u="none" cap="none" spc="0">
                          <a:ln>
                            <a:noFill/>
                          </a:ln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Pretendard"/>
                          <a:ea typeface="Pretendard"/>
                          <a:cs typeface="Pretendard"/>
                        </a:rPr>
                        <a:t>03</a:t>
                      </a:r>
                    </a:p>
                  </a:txBody>
                  <a:tcPr marL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300" b="0" i="0" u="none" cap="none" spc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latin typeface="Pretendard"/>
                          <a:ea typeface="Pretendard"/>
                          <a:cs typeface="Pretendard"/>
                        </a:rPr>
                        <a:t>QoS·호환성</a:t>
                      </a:r>
                      <a:endParaRPr sz="2300" b="0" i="0" u="none" cap="none" spc="0" dirty="0">
                        <a:ln>
                          <a:noFill/>
                        </a:ln>
                        <a:solidFill>
                          <a:prstClr val="black"/>
                        </a:solidFill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/>
                    </a:p>
                  </a:txBody>
                  <a:tcPr marL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300" b="0" i="0" u="none" cap="none" spc="0">
                          <a:ln>
                            <a:noFill/>
                          </a:ln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Pretendard"/>
                          <a:ea typeface="Pretendard"/>
                          <a:cs typeface="Pretendard"/>
                        </a:rPr>
                        <a:t>04</a:t>
                      </a:r>
                    </a:p>
                  </a:txBody>
                  <a:tcPr marL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300" b="0" i="0" u="none" cap="none" spc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latin typeface="Pretendard"/>
                          <a:ea typeface="Pretendard"/>
                          <a:cs typeface="Pretendard"/>
                        </a:rPr>
                        <a:t>PC·Jetson</a:t>
                      </a:r>
                      <a:r>
                        <a:rPr sz="2300" b="0" i="0" u="none" cap="none" spc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latin typeface="Pretendard"/>
                          <a:ea typeface="Pretendard"/>
                          <a:cs typeface="Pretendard"/>
                        </a:rPr>
                        <a:t> </a:t>
                      </a:r>
                      <a:r>
                        <a:rPr lang="ko-KR" altLang="en-US" sz="2300" b="0" i="0" u="none" cap="none" spc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통신</a:t>
                      </a:r>
                      <a:endParaRPr sz="2300" b="0" i="0" u="none" cap="none" spc="0" dirty="0">
                        <a:ln>
                          <a:noFill/>
                        </a:ln>
                        <a:solidFill>
                          <a:prstClr val="black"/>
                        </a:solidFill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/>
                    </a:p>
                  </a:txBody>
                  <a:tcPr marL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300" b="0" i="0" u="none" cap="none" spc="0">
                          <a:ln>
                            <a:noFill/>
                          </a:ln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Pretendard"/>
                          <a:ea typeface="Pretendard"/>
                          <a:cs typeface="Pretendard"/>
                        </a:rPr>
                        <a:t>05</a:t>
                      </a:r>
                    </a:p>
                  </a:txBody>
                  <a:tcPr marL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300" b="0" i="0" u="none" cap="none" spc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진단·복구</a:t>
                      </a:r>
                      <a:endParaRPr sz="2300" b="0" i="0" u="none" cap="none" spc="0" dirty="0">
                        <a:ln>
                          <a:noFill/>
                        </a:ln>
                        <a:solidFill>
                          <a:prstClr val="black"/>
                        </a:solidFill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/>
                    </a:p>
                  </a:txBody>
                  <a:tcPr marL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300" b="0" i="0" u="none" cap="none" spc="0">
                          <a:ln>
                            <a:noFill/>
                          </a:ln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Pretendard"/>
                          <a:ea typeface="Pretendard"/>
                          <a:cs typeface="Pretendard"/>
                        </a:rPr>
                        <a:t>06</a:t>
                      </a:r>
                    </a:p>
                  </a:txBody>
                  <a:tcPr marL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300" b="0" i="0" u="none" cap="none" spc="0">
                          <a:ln>
                            <a:noFill/>
                          </a:ln>
                          <a:solidFill>
                            <a:prstClr val="black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실습 1·2</a:t>
                      </a:r>
                    </a:p>
                  </a:txBody>
                  <a:tcPr marL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 dirty="0"/>
                    </a:p>
                  </a:txBody>
                  <a:tcPr marL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601337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58">
            <a:extLst>
              <a:ext uri="{FF2B5EF4-FFF2-40B4-BE49-F238E27FC236}">
                <a16:creationId xmlns:a16="http://schemas.microsoft.com/office/drawing/2014/main" id="{CF5D028D-B73B-5BFF-0AA5-65F94FB570F9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b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fld id="{202359C0-8A7A-196E-DD58-8E6569619F09}" type="slidenum">
              <a:rPr>
                <a:latin typeface="Pretendard"/>
                <a:ea typeface="Pretendard"/>
                <a:cs typeface="Pretendard"/>
              </a:rPr>
              <a:t>3</a:t>
            </a:fld>
            <a:endParaRPr/>
          </a:p>
        </p:txBody>
      </p:sp>
      <p:sp>
        <p:nvSpPr>
          <p:cNvPr id="533" name="Google Shape;533;p58">
            <a:extLst>
              <a:ext uri="{FF2B5EF4-FFF2-40B4-BE49-F238E27FC236}">
                <a16:creationId xmlns:a16="http://schemas.microsoft.com/office/drawing/2014/main" id="{D035ED81-B82C-6CFE-FAA7-0911E05CD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1170935"/>
            <a:ext cx="11404600" cy="1797958"/>
          </a:xfrm>
          <a:prstGeom prst="rect">
            <a:avLst/>
          </a:prstGeom>
        </p:spPr>
        <p:txBody>
          <a:bodyPr spcFirstLastPara="1" vert="horz" wrap="square" lIns="0" tIns="0" rIns="0" bIns="0" anchor="b">
            <a:noAutofit/>
          </a:bodyPr>
          <a:lstStyle/>
          <a:p>
            <a:pPr algn="ctr"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4200">
                <a:solidFill>
                  <a:schemeClr val="accent1"/>
                </a:solidFill>
                <a:latin typeface="Pretendard"/>
                <a:ea typeface="Pretendard"/>
                <a:cs typeface="Pretendard"/>
              </a:rPr>
              <a:t>이론</a:t>
            </a:r>
          </a:p>
        </p:txBody>
      </p:sp>
      <p:sp>
        <p:nvSpPr>
          <p:cNvPr id="3" name="Google Shape;534;p58">
            <a:extLst>
              <a:ext uri="{FF2B5EF4-FFF2-40B4-BE49-F238E27FC236}">
                <a16:creationId xmlns:a16="http://schemas.microsoft.com/office/drawing/2014/main" id="{6730FFED-E57C-67CB-4BAA-568126831AB5}"/>
              </a:ext>
            </a:extLst>
          </p:cNvPr>
          <p:cNvSpPr>
            <a:spLocks noGrp="1"/>
          </p:cNvSpPr>
          <p:nvPr/>
        </p:nvSpPr>
        <p:spPr>
          <a:xfrm>
            <a:off x="2549677" y="3297710"/>
            <a:ext cx="7092645" cy="1865909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 algn="ctr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>
                <a:latin typeface="Pretendard"/>
                <a:ea typeface="Pretendard"/>
                <a:cs typeface="Pretendard"/>
              </a:rPr>
              <a:t>PC와 Jetson이 하나의 ROS 2 통신망으로 동작하는 조건 이해</a:t>
            </a:r>
            <a:endParaRPr sz="1600">
              <a:latin typeface="Pretendard SemiBold"/>
              <a:ea typeface="Pretendard SemiBold"/>
              <a:cs typeface="Pretendard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3466142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9C875-C3AD-545B-ACC7-700EB93A2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58">
            <a:extLst>
              <a:ext uri="{FF2B5EF4-FFF2-40B4-BE49-F238E27FC236}">
                <a16:creationId xmlns:a16="http://schemas.microsoft.com/office/drawing/2014/main" id="{F626FB79-AC66-E793-70E5-33388D70E2A1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b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fld id="{202359C0-8A7A-196E-DD58-8E6569619F09}" type="slidenum">
              <a:rPr>
                <a:latin typeface="Pretendard"/>
                <a:ea typeface="Pretendard"/>
                <a:cs typeface="Pretendard"/>
              </a:rPr>
              <a:t>4</a:t>
            </a:fld>
            <a:endParaRPr/>
          </a:p>
        </p:txBody>
      </p:sp>
      <p:sp>
        <p:nvSpPr>
          <p:cNvPr id="533" name="Google Shape;533;p58">
            <a:extLst>
              <a:ext uri="{FF2B5EF4-FFF2-40B4-BE49-F238E27FC236}">
                <a16:creationId xmlns:a16="http://schemas.microsoft.com/office/drawing/2014/main" id="{2FE9D25F-4A7F-7F48-DCE5-6FF4D7CDF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1170935"/>
            <a:ext cx="11404600" cy="1797958"/>
          </a:xfrm>
          <a:prstGeom prst="rect">
            <a:avLst/>
          </a:prstGeom>
        </p:spPr>
        <p:txBody>
          <a:bodyPr spcFirstLastPara="1" vert="horz" wrap="square" lIns="0" tIns="0" rIns="0" bIns="0" anchor="b">
            <a:noAutofit/>
          </a:bodyPr>
          <a:lstStyle/>
          <a:p>
            <a:pPr algn="ctr"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lang="ko-KR" altLang="en-US" sz="4200" dirty="0">
                <a:solidFill>
                  <a:schemeClr val="accent1"/>
                </a:solidFill>
              </a:rPr>
              <a:t>분산 </a:t>
            </a:r>
            <a:r>
              <a:rPr lang="en-US" altLang="ko-KR" sz="4200" dirty="0">
                <a:solidFill>
                  <a:schemeClr val="accent1"/>
                </a:solidFill>
              </a:rPr>
              <a:t>ROS</a:t>
            </a:r>
            <a:endParaRPr sz="4200" dirty="0">
              <a:solidFill>
                <a:schemeClr val="accent1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Google Shape;534;p58">
            <a:extLst>
              <a:ext uri="{FF2B5EF4-FFF2-40B4-BE49-F238E27FC236}">
                <a16:creationId xmlns:a16="http://schemas.microsoft.com/office/drawing/2014/main" id="{906B4928-DC28-D730-6002-C8B57D1F63BE}"/>
              </a:ext>
            </a:extLst>
          </p:cNvPr>
          <p:cNvSpPr>
            <a:spLocks noGrp="1"/>
          </p:cNvSpPr>
          <p:nvPr/>
        </p:nvSpPr>
        <p:spPr>
          <a:xfrm>
            <a:off x="2549677" y="3297710"/>
            <a:ext cx="7092645" cy="1865909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 algn="ctr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lang="ko-KR" altLang="en-US" sz="1600" dirty="0"/>
              <a:t>여러 </a:t>
            </a:r>
            <a:r>
              <a:rPr lang="en-US" altLang="ko-KR" sz="1600" dirty="0"/>
              <a:t>PC</a:t>
            </a:r>
            <a:r>
              <a:rPr lang="ko-KR" altLang="en-US" sz="1600" dirty="0"/>
              <a:t>가</a:t>
            </a:r>
            <a:r>
              <a:rPr sz="1600" dirty="0">
                <a:latin typeface="Pretendard"/>
                <a:ea typeface="Pretendard"/>
                <a:cs typeface="Pretendard"/>
              </a:rPr>
              <a:t> </a:t>
            </a:r>
            <a:r>
              <a:rPr sz="1600" dirty="0" err="1">
                <a:latin typeface="Pretendard"/>
                <a:ea typeface="Pretendard"/>
                <a:cs typeface="Pretendard"/>
              </a:rPr>
              <a:t>하나의</a:t>
            </a:r>
            <a:r>
              <a:rPr sz="1600" dirty="0">
                <a:latin typeface="Pretendard"/>
                <a:ea typeface="Pretendard"/>
                <a:cs typeface="Pretendard"/>
              </a:rPr>
              <a:t> ROS 2 </a:t>
            </a:r>
            <a:r>
              <a:rPr sz="1600" dirty="0" err="1">
                <a:latin typeface="Pretendard"/>
                <a:ea typeface="Pretendard"/>
                <a:cs typeface="Pretendard"/>
              </a:rPr>
              <a:t>통신망으로</a:t>
            </a:r>
            <a:r>
              <a:rPr sz="1600" dirty="0">
                <a:latin typeface="Pretendard"/>
                <a:ea typeface="Pretendard"/>
                <a:cs typeface="Pretendard"/>
              </a:rPr>
              <a:t> </a:t>
            </a:r>
            <a:r>
              <a:rPr sz="1600" dirty="0" err="1">
                <a:latin typeface="Pretendard"/>
                <a:ea typeface="Pretendard"/>
                <a:cs typeface="Pretendard"/>
              </a:rPr>
              <a:t>동작하는</a:t>
            </a:r>
            <a:r>
              <a:rPr sz="1600" dirty="0">
                <a:latin typeface="Pretendard"/>
                <a:ea typeface="Pretendard"/>
                <a:cs typeface="Pretendard"/>
              </a:rPr>
              <a:t> </a:t>
            </a:r>
            <a:r>
              <a:rPr sz="1600" dirty="0" err="1">
                <a:latin typeface="Pretendard"/>
                <a:ea typeface="Pretendard"/>
                <a:cs typeface="Pretendard"/>
              </a:rPr>
              <a:t>조건</a:t>
            </a:r>
            <a:r>
              <a:rPr sz="1600" dirty="0">
                <a:latin typeface="Pretendard"/>
                <a:ea typeface="Pretendard"/>
                <a:cs typeface="Pretendard"/>
              </a:rPr>
              <a:t> </a:t>
            </a:r>
            <a:r>
              <a:rPr sz="1600" dirty="0" err="1">
                <a:latin typeface="Pretendard"/>
                <a:ea typeface="Pretendard"/>
                <a:cs typeface="Pretendard"/>
              </a:rPr>
              <a:t>이해</a:t>
            </a:r>
            <a:endParaRPr sz="1600" dirty="0">
              <a:latin typeface="Pretendard SemiBold"/>
              <a:ea typeface="Pretendard SemiBold"/>
              <a:cs typeface="Pretendard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3418656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58">
            <a:extLst>
              <a:ext uri="{FF2B5EF4-FFF2-40B4-BE49-F238E27FC236}">
                <a16:creationId xmlns:a16="http://schemas.microsoft.com/office/drawing/2014/main" id="{CAD38C25-48AC-5A29-D53A-82080FAF926E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b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fld id="{EE5B3003-2C54-13C6-9832-7637201064DE}" type="slidenum">
              <a:rPr>
                <a:latin typeface="Pretendard"/>
                <a:ea typeface="Pretendard"/>
                <a:cs typeface="Pretendard"/>
              </a:rPr>
              <a:t>5</a:t>
            </a:fld>
            <a:endParaRPr/>
          </a:p>
        </p:txBody>
      </p:sp>
      <p:sp>
        <p:nvSpPr>
          <p:cNvPr id="533" name="Google Shape;533;p58">
            <a:extLst>
              <a:ext uri="{FF2B5EF4-FFF2-40B4-BE49-F238E27FC236}">
                <a16:creationId xmlns:a16="http://schemas.microsoft.com/office/drawing/2014/main" id="{33E8FE18-95DE-C7EA-9E95-10B8218936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699" y="344009"/>
            <a:ext cx="11404599" cy="595791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r>
              <a:rPr>
                <a:solidFill>
                  <a:schemeClr val="accent1"/>
                </a:solidFill>
                <a:latin typeface="Pretendard"/>
                <a:ea typeface="Pretendard"/>
                <a:cs typeface="Pretendard"/>
              </a:rPr>
              <a:t>분산 ROS 2</a:t>
            </a:r>
          </a:p>
        </p:txBody>
      </p:sp>
      <p:sp>
        <p:nvSpPr>
          <p:cNvPr id="12" name="Google Shape;534;p58">
            <a:extLst>
              <a:ext uri="{FF2B5EF4-FFF2-40B4-BE49-F238E27FC236}">
                <a16:creationId xmlns:a16="http://schemas.microsoft.com/office/drawing/2014/main" id="{F393FB38-1005-6250-1642-93C1A76E0B77}"/>
              </a:ext>
            </a:extLst>
          </p:cNvPr>
          <p:cNvSpPr>
            <a:spLocks noGrp="1"/>
          </p:cNvSpPr>
          <p:nvPr/>
        </p:nvSpPr>
        <p:spPr>
          <a:xfrm>
            <a:off x="393700" y="1649094"/>
            <a:ext cx="11404600" cy="2313306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>
                <a:latin typeface="Pretendard"/>
                <a:ea typeface="Pretendard"/>
                <a:cs typeface="Pretendard"/>
              </a:rPr>
              <a:t>• Topic·Service 프로그램 구조 유지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>
                <a:latin typeface="Pretendard"/>
                <a:ea typeface="Pretendard"/>
                <a:cs typeface="Pretendard"/>
              </a:rPr>
              <a:t>• IP Network를 통한 Endpoint 발견·데이터 교환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>
                <a:latin typeface="Pretendard"/>
                <a:ea typeface="Pretendard"/>
                <a:cs typeface="Pretendard"/>
              </a:rPr>
              <a:t>• 장비마다 별도 Process와 ROS 환경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>
                <a:latin typeface="Pretendard"/>
                <a:ea typeface="Pretendard"/>
                <a:cs typeface="Pretendard"/>
              </a:rPr>
              <a:t>• Network·Domain·QoS가 새로운 통신 조건</a:t>
            </a:r>
          </a:p>
        </p:txBody>
      </p:sp>
      <p:sp>
        <p:nvSpPr>
          <p:cNvPr id="13" name="Google Shape;534;p58">
            <a:extLst>
              <a:ext uri="{FF2B5EF4-FFF2-40B4-BE49-F238E27FC236}">
                <a16:creationId xmlns:a16="http://schemas.microsoft.com/office/drawing/2014/main" id="{A0F4C075-109A-7DDE-18C9-18F128552C24}"/>
              </a:ext>
            </a:extLst>
          </p:cNvPr>
          <p:cNvSpPr>
            <a:spLocks noGrp="1"/>
          </p:cNvSpPr>
          <p:nvPr/>
        </p:nvSpPr>
        <p:spPr>
          <a:xfrm>
            <a:off x="393699" y="1146566"/>
            <a:ext cx="11404599" cy="402442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2000">
                <a:latin typeface="Pretendard"/>
                <a:ea typeface="Pretendard"/>
                <a:cs typeface="Pretendard"/>
              </a:rPr>
              <a:t>여러 장비의 Node가 하나의 ROS Graph에 참여하는 구성</a:t>
            </a:r>
          </a:p>
        </p:txBody>
      </p:sp>
    </p:spTree>
    <p:extLst>
      <p:ext uri="{BB962C8B-B14F-4D97-AF65-F5344CB8AC3E}">
        <p14:creationId xmlns:p14="http://schemas.microsoft.com/office/powerpoint/2010/main" val="21795353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58">
            <a:extLst>
              <a:ext uri="{FF2B5EF4-FFF2-40B4-BE49-F238E27FC236}">
                <a16:creationId xmlns:a16="http://schemas.microsoft.com/office/drawing/2014/main" id="{C936F667-D10C-5292-AA3B-96BE2CAC84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800" y="2084744"/>
            <a:ext cx="5537200" cy="3801706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2000" b="1">
                <a:latin typeface="Pretendard"/>
                <a:ea typeface="Pretendard"/>
                <a:cs typeface="Pretendard"/>
              </a:rPr>
              <a:t>3주차 — 한 장비</a:t>
            </a:r>
            <a:endParaRPr sz="2000" b="1"/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endParaRPr sz="1400">
              <a:latin typeface="Pretendard"/>
              <a:ea typeface="Pretendard"/>
              <a:cs typeface="Pretendard"/>
            </a:endParaRP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Node가 같은 실행 환경에 위치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/joint_states Topic 사용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/get_joint_state Service 사용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이름·타입 일치로 통신</a:t>
            </a:r>
          </a:p>
        </p:txBody>
      </p:sp>
      <p:sp>
        <p:nvSpPr>
          <p:cNvPr id="532" name="Google Shape;532;p58">
            <a:extLst>
              <a:ext uri="{FF2B5EF4-FFF2-40B4-BE49-F238E27FC236}">
                <a16:creationId xmlns:a16="http://schemas.microsoft.com/office/drawing/2014/main" id="{C5959EFF-52C4-5B31-3FCE-BFF3A75CF3CF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b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fld id="{EFD6AB9A-5F9E-5F59-51AB-3C8734130965}" type="slidenum">
              <a:rPr>
                <a:latin typeface="Pretendard"/>
                <a:ea typeface="Pretendard"/>
                <a:cs typeface="Pretendard"/>
              </a:rPr>
              <a:t>6</a:t>
            </a:fld>
            <a:endParaRPr/>
          </a:p>
        </p:txBody>
      </p:sp>
      <p:sp>
        <p:nvSpPr>
          <p:cNvPr id="533" name="Google Shape;533;p58">
            <a:extLst>
              <a:ext uri="{FF2B5EF4-FFF2-40B4-BE49-F238E27FC236}">
                <a16:creationId xmlns:a16="http://schemas.microsoft.com/office/drawing/2014/main" id="{469ED97F-6CDE-1EE8-6602-FE9CC4D73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355026"/>
            <a:ext cx="7835900" cy="1029274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r>
              <a:rPr>
                <a:solidFill>
                  <a:schemeClr val="accent1"/>
                </a:solidFill>
                <a:latin typeface="Pretendard"/>
                <a:ea typeface="Pretendard"/>
                <a:cs typeface="Pretendard"/>
              </a:rPr>
              <a:t>3주차 통신 확장</a:t>
            </a:r>
          </a:p>
        </p:txBody>
      </p:sp>
      <p:sp>
        <p:nvSpPr>
          <p:cNvPr id="2" name="Google Shape;534;p58">
            <a:extLst>
              <a:ext uri="{FF2B5EF4-FFF2-40B4-BE49-F238E27FC236}">
                <a16:creationId xmlns:a16="http://schemas.microsoft.com/office/drawing/2014/main" id="{A4A94F3C-B1B2-7289-7098-7C66C8A291D6}"/>
              </a:ext>
            </a:extLst>
          </p:cNvPr>
          <p:cNvSpPr>
            <a:spLocks noGrp="1"/>
          </p:cNvSpPr>
          <p:nvPr/>
        </p:nvSpPr>
        <p:spPr>
          <a:xfrm>
            <a:off x="5560261" y="2084744"/>
            <a:ext cx="5537200" cy="3801706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2000" b="1">
                <a:latin typeface="Pretendard"/>
                <a:ea typeface="Pretendard"/>
                <a:cs typeface="Pretendard"/>
              </a:rPr>
              <a:t>4주차 — 두 장비</a:t>
            </a:r>
            <a:endParaRPr sz="2000" b="1"/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endParaRPr sz="1400">
              <a:latin typeface="Pretendard"/>
              <a:ea typeface="Pretendard"/>
              <a:cs typeface="Pretendard"/>
            </a:endParaRP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Jetson: Publisher·Server</a:t>
            </a:r>
            <a:endParaRPr sz="1400"/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WSL: Listener·Client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동일 Interface 유지</a:t>
            </a:r>
            <a:endParaRPr sz="1400"/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Network·DDS 설정 추가</a:t>
            </a:r>
            <a:endParaRPr sz="1400"/>
          </a:p>
        </p:txBody>
      </p:sp>
      <p:sp>
        <p:nvSpPr>
          <p:cNvPr id="3" name="Google Shape;534;p58">
            <a:extLst>
              <a:ext uri="{FF2B5EF4-FFF2-40B4-BE49-F238E27FC236}">
                <a16:creationId xmlns:a16="http://schemas.microsoft.com/office/drawing/2014/main" id="{FD46BF2A-8122-2E0A-E8CC-886653CF64DA}"/>
              </a:ext>
            </a:extLst>
          </p:cNvPr>
          <p:cNvSpPr>
            <a:spLocks noGrp="1"/>
          </p:cNvSpPr>
          <p:nvPr/>
        </p:nvSpPr>
        <p:spPr>
          <a:xfrm>
            <a:off x="393700" y="1310936"/>
            <a:ext cx="5537200" cy="719318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2000">
                <a:latin typeface="Pretendard"/>
                <a:ea typeface="Pretendard"/>
                <a:cs typeface="Pretendard"/>
              </a:rPr>
              <a:t>같은 Topic·Service 규칙을 장비 간 Network로 확장</a:t>
            </a:r>
          </a:p>
        </p:txBody>
      </p:sp>
    </p:spTree>
    <p:extLst>
      <p:ext uri="{BB962C8B-B14F-4D97-AF65-F5344CB8AC3E}">
        <p14:creationId xmlns:p14="http://schemas.microsoft.com/office/powerpoint/2010/main" val="5462217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58">
            <a:extLst>
              <a:ext uri="{FF2B5EF4-FFF2-40B4-BE49-F238E27FC236}">
                <a16:creationId xmlns:a16="http://schemas.microsoft.com/office/drawing/2014/main" id="{C936F667-D10C-5292-AA3B-96BE2CAC84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800" y="2084744"/>
            <a:ext cx="5537200" cy="3801706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2000" b="1">
                <a:latin typeface="Pretendard"/>
                <a:ea typeface="Pretendard"/>
                <a:cs typeface="Pretendard"/>
              </a:rPr>
              <a:t>Jetson — 로봇 구동 단</a:t>
            </a:r>
            <a:endParaRPr sz="2000" b="1"/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endParaRPr sz="1400">
              <a:latin typeface="Pretendard"/>
              <a:ea typeface="Pretendard"/>
              <a:cs typeface="Pretendard"/>
            </a:endParaRP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Serial Device 소유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JointState 반복 발행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최신 Topic 저장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Trigger Service 응답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jetson_bringup 실행</a:t>
            </a:r>
          </a:p>
        </p:txBody>
      </p:sp>
      <p:sp>
        <p:nvSpPr>
          <p:cNvPr id="532" name="Google Shape;532;p58">
            <a:extLst>
              <a:ext uri="{FF2B5EF4-FFF2-40B4-BE49-F238E27FC236}">
                <a16:creationId xmlns:a16="http://schemas.microsoft.com/office/drawing/2014/main" id="{C5959EFF-52C4-5B31-3FCE-BFF3A75CF3CF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b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fld id="{F6DF2BE2-2DFA-1C03-677D-BDC2260D6D92}" type="slidenum">
              <a:rPr>
                <a:latin typeface="Pretendard"/>
                <a:ea typeface="Pretendard"/>
                <a:cs typeface="Pretendard"/>
              </a:rPr>
              <a:t>7</a:t>
            </a:fld>
            <a:endParaRPr/>
          </a:p>
        </p:txBody>
      </p:sp>
      <p:sp>
        <p:nvSpPr>
          <p:cNvPr id="533" name="Google Shape;533;p58">
            <a:extLst>
              <a:ext uri="{FF2B5EF4-FFF2-40B4-BE49-F238E27FC236}">
                <a16:creationId xmlns:a16="http://schemas.microsoft.com/office/drawing/2014/main" id="{469ED97F-6CDE-1EE8-6602-FE9CC4D73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355026"/>
            <a:ext cx="7835900" cy="1029274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r>
              <a:rPr>
                <a:solidFill>
                  <a:schemeClr val="accent1"/>
                </a:solidFill>
                <a:latin typeface="Pretendard"/>
                <a:ea typeface="Pretendard"/>
                <a:cs typeface="Pretendard"/>
              </a:rPr>
              <a:t>Jetson·WSL 역할</a:t>
            </a:r>
          </a:p>
        </p:txBody>
      </p:sp>
      <p:sp>
        <p:nvSpPr>
          <p:cNvPr id="2" name="Google Shape;534;p58">
            <a:extLst>
              <a:ext uri="{FF2B5EF4-FFF2-40B4-BE49-F238E27FC236}">
                <a16:creationId xmlns:a16="http://schemas.microsoft.com/office/drawing/2014/main" id="{A4A94F3C-B1B2-7289-7098-7C66C8A291D6}"/>
              </a:ext>
            </a:extLst>
          </p:cNvPr>
          <p:cNvSpPr>
            <a:spLocks noGrp="1"/>
          </p:cNvSpPr>
          <p:nvPr/>
        </p:nvSpPr>
        <p:spPr>
          <a:xfrm>
            <a:off x="5560261" y="2084744"/>
            <a:ext cx="5537200" cy="3801706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2000" b="1">
                <a:latin typeface="Pretendard"/>
                <a:ea typeface="Pretendard"/>
                <a:cs typeface="Pretendard"/>
              </a:rPr>
              <a:t>PC·WSL2 — 원격 단</a:t>
            </a:r>
            <a:endParaRPr sz="2000" b="1"/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endParaRPr sz="1400">
              <a:latin typeface="Pretendard"/>
              <a:ea typeface="Pretendard"/>
              <a:cs typeface="Pretendard"/>
            </a:endParaRP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/joint_states Monitor</a:t>
            </a:r>
            <a:endParaRPr sz="1400"/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rad·deg 변환 출력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Python Client 1회 호출</a:t>
            </a:r>
            <a:endParaRPr sz="1400"/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ROS 2 CLI 진단</a:t>
            </a:r>
            <a:endParaRPr sz="1400"/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pc_topic_monitor 실행</a:t>
            </a:r>
            <a:endParaRPr sz="1400"/>
          </a:p>
        </p:txBody>
      </p:sp>
      <p:sp>
        <p:nvSpPr>
          <p:cNvPr id="3" name="Google Shape;534;p58">
            <a:extLst>
              <a:ext uri="{FF2B5EF4-FFF2-40B4-BE49-F238E27FC236}">
                <a16:creationId xmlns:a16="http://schemas.microsoft.com/office/drawing/2014/main" id="{FD46BF2A-8122-2E0A-E8CC-886653CF64DA}"/>
              </a:ext>
            </a:extLst>
          </p:cNvPr>
          <p:cNvSpPr>
            <a:spLocks noGrp="1"/>
          </p:cNvSpPr>
          <p:nvPr/>
        </p:nvSpPr>
        <p:spPr>
          <a:xfrm>
            <a:off x="393700" y="1310936"/>
            <a:ext cx="5537200" cy="719318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2000">
                <a:latin typeface="Pretendard"/>
                <a:ea typeface="Pretendard"/>
                <a:cs typeface="Pretendard"/>
              </a:rPr>
              <a:t>같은 Package를 양쪽에 배치하고 실행 Node만 구분</a:t>
            </a:r>
          </a:p>
        </p:txBody>
      </p:sp>
    </p:spTree>
    <p:extLst>
      <p:ext uri="{BB962C8B-B14F-4D97-AF65-F5344CB8AC3E}">
        <p14:creationId xmlns:p14="http://schemas.microsoft.com/office/powerpoint/2010/main" val="5462217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58">
            <a:extLst>
              <a:ext uri="{FF2B5EF4-FFF2-40B4-BE49-F238E27FC236}">
                <a16:creationId xmlns:a16="http://schemas.microsoft.com/office/drawing/2014/main" id="{CAD38C25-48AC-5A29-D53A-82080FAF926E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b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fld id="{8C630A04-5A25-9E0C-9436-126091DB86B3}" type="slidenum">
              <a:rPr>
                <a:latin typeface="Pretendard"/>
                <a:ea typeface="Pretendard"/>
                <a:cs typeface="Pretendard"/>
              </a:rPr>
              <a:t>8</a:t>
            </a:fld>
            <a:endParaRPr/>
          </a:p>
        </p:txBody>
      </p:sp>
      <p:sp>
        <p:nvSpPr>
          <p:cNvPr id="533" name="Google Shape;533;p58">
            <a:extLst>
              <a:ext uri="{FF2B5EF4-FFF2-40B4-BE49-F238E27FC236}">
                <a16:creationId xmlns:a16="http://schemas.microsoft.com/office/drawing/2014/main" id="{33E8FE18-95DE-C7EA-9E95-10B8218936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699" y="344009"/>
            <a:ext cx="11404599" cy="595791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r>
              <a:rPr>
                <a:solidFill>
                  <a:schemeClr val="accent1"/>
                </a:solidFill>
                <a:latin typeface="Pretendard"/>
                <a:ea typeface="Pretendard"/>
                <a:cs typeface="Pretendard"/>
              </a:rPr>
              <a:t>DDS의 역할</a:t>
            </a:r>
          </a:p>
        </p:txBody>
      </p:sp>
      <p:sp>
        <p:nvSpPr>
          <p:cNvPr id="12" name="Google Shape;534;p58">
            <a:extLst>
              <a:ext uri="{FF2B5EF4-FFF2-40B4-BE49-F238E27FC236}">
                <a16:creationId xmlns:a16="http://schemas.microsoft.com/office/drawing/2014/main" id="{F393FB38-1005-6250-1642-93C1A76E0B77}"/>
              </a:ext>
            </a:extLst>
          </p:cNvPr>
          <p:cNvSpPr>
            <a:spLocks noGrp="1"/>
          </p:cNvSpPr>
          <p:nvPr/>
        </p:nvSpPr>
        <p:spPr>
          <a:xfrm>
            <a:off x="393700" y="1649094"/>
            <a:ext cx="11404600" cy="2313306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 dirty="0">
                <a:latin typeface="Pretendard"/>
                <a:ea typeface="Pretendard"/>
                <a:cs typeface="Pretendard"/>
              </a:rPr>
              <a:t>• </a:t>
            </a:r>
            <a:r>
              <a:rPr sz="1600" dirty="0" err="1">
                <a:latin typeface="Pretendard"/>
                <a:ea typeface="Pretendard"/>
                <a:cs typeface="Pretendard"/>
              </a:rPr>
              <a:t>중앙</a:t>
            </a:r>
            <a:r>
              <a:rPr sz="1600" dirty="0">
                <a:latin typeface="Pretendard"/>
                <a:ea typeface="Pretendard"/>
                <a:cs typeface="Pretendard"/>
              </a:rPr>
              <a:t> Master </a:t>
            </a:r>
            <a:r>
              <a:rPr sz="1600" dirty="0" err="1">
                <a:latin typeface="Pretendard"/>
                <a:ea typeface="Pretendard"/>
                <a:cs typeface="Pretendard"/>
              </a:rPr>
              <a:t>없이</a:t>
            </a:r>
            <a:r>
              <a:rPr sz="1600" dirty="0">
                <a:latin typeface="Pretendard"/>
                <a:ea typeface="Pretendard"/>
                <a:cs typeface="Pretendard"/>
              </a:rPr>
              <a:t> Node 간 </a:t>
            </a:r>
            <a:r>
              <a:rPr sz="1600" dirty="0" err="1">
                <a:latin typeface="Pretendard"/>
                <a:ea typeface="Pretendard"/>
                <a:cs typeface="Pretendard"/>
              </a:rPr>
              <a:t>직접</a:t>
            </a:r>
            <a:r>
              <a:rPr sz="1600" dirty="0">
                <a:latin typeface="Pretendard"/>
                <a:ea typeface="Pretendard"/>
                <a:cs typeface="Pretendard"/>
              </a:rPr>
              <a:t> </a:t>
            </a:r>
            <a:r>
              <a:rPr sz="1600" dirty="0" err="1">
                <a:latin typeface="Pretendard"/>
                <a:ea typeface="Pretendard"/>
                <a:cs typeface="Pretendard"/>
              </a:rPr>
              <a:t>연결</a:t>
            </a:r>
            <a:endParaRPr sz="1600" dirty="0">
              <a:latin typeface="Pretendard"/>
              <a:ea typeface="Pretendard"/>
              <a:cs typeface="Pretendard"/>
            </a:endParaRP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 dirty="0">
                <a:latin typeface="Pretendard"/>
                <a:ea typeface="Pretendard"/>
                <a:cs typeface="Pretendard"/>
              </a:rPr>
              <a:t>• </a:t>
            </a:r>
            <a:r>
              <a:rPr sz="1600" dirty="0" err="1">
                <a:latin typeface="Pretendard"/>
                <a:ea typeface="Pretendard"/>
                <a:cs typeface="Pretendard"/>
              </a:rPr>
              <a:t>Participant와</a:t>
            </a:r>
            <a:r>
              <a:rPr sz="1600" dirty="0">
                <a:latin typeface="Pretendard"/>
                <a:ea typeface="Pretendard"/>
                <a:cs typeface="Pretendard"/>
              </a:rPr>
              <a:t> Endpoint </a:t>
            </a:r>
            <a:r>
              <a:rPr sz="1600" dirty="0" err="1">
                <a:latin typeface="Pretendard"/>
                <a:ea typeface="Pretendard"/>
                <a:cs typeface="Pretendard"/>
              </a:rPr>
              <a:t>정보</a:t>
            </a:r>
            <a:r>
              <a:rPr sz="1600" dirty="0">
                <a:latin typeface="Pretendard"/>
                <a:ea typeface="Pretendard"/>
                <a:cs typeface="Pretendard"/>
              </a:rPr>
              <a:t> </a:t>
            </a:r>
            <a:r>
              <a:rPr sz="1600" dirty="0" err="1">
                <a:latin typeface="Pretendard"/>
                <a:ea typeface="Pretendard"/>
                <a:cs typeface="Pretendard"/>
              </a:rPr>
              <a:t>교환</a:t>
            </a:r>
            <a:endParaRPr sz="1600" dirty="0">
              <a:latin typeface="Pretendard"/>
              <a:ea typeface="Pretendard"/>
              <a:cs typeface="Pretendard"/>
            </a:endParaRP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 dirty="0">
                <a:latin typeface="Pretendard"/>
                <a:ea typeface="Pretendard"/>
                <a:cs typeface="Pretendard"/>
              </a:rPr>
              <a:t>• </a:t>
            </a:r>
            <a:r>
              <a:rPr sz="1600" dirty="0" err="1">
                <a:latin typeface="Pretendard"/>
                <a:ea typeface="Pretendard"/>
                <a:cs typeface="Pretendard"/>
              </a:rPr>
              <a:t>Discovery로</a:t>
            </a:r>
            <a:r>
              <a:rPr sz="1600" dirty="0">
                <a:latin typeface="Pretendard"/>
                <a:ea typeface="Pretendard"/>
                <a:cs typeface="Pretendard"/>
              </a:rPr>
              <a:t> </a:t>
            </a:r>
            <a:r>
              <a:rPr sz="1600" dirty="0" err="1">
                <a:latin typeface="Pretendard"/>
                <a:ea typeface="Pretendard"/>
                <a:cs typeface="Pretendard"/>
              </a:rPr>
              <a:t>통신</a:t>
            </a:r>
            <a:r>
              <a:rPr sz="1600" dirty="0">
                <a:latin typeface="Pretendard"/>
                <a:ea typeface="Pretendard"/>
                <a:cs typeface="Pretendard"/>
              </a:rPr>
              <a:t> </a:t>
            </a:r>
            <a:r>
              <a:rPr sz="1600" dirty="0" err="1">
                <a:latin typeface="Pretendard"/>
                <a:ea typeface="Pretendard"/>
                <a:cs typeface="Pretendard"/>
              </a:rPr>
              <a:t>상대</a:t>
            </a:r>
            <a:r>
              <a:rPr sz="1600" dirty="0">
                <a:latin typeface="Pretendard"/>
                <a:ea typeface="Pretendard"/>
                <a:cs typeface="Pretendard"/>
              </a:rPr>
              <a:t> </a:t>
            </a:r>
            <a:r>
              <a:rPr sz="1600" dirty="0" err="1">
                <a:latin typeface="Pretendard"/>
                <a:ea typeface="Pretendard"/>
                <a:cs typeface="Pretendard"/>
              </a:rPr>
              <a:t>자동</a:t>
            </a:r>
            <a:r>
              <a:rPr sz="1600" dirty="0">
                <a:latin typeface="Pretendard"/>
                <a:ea typeface="Pretendard"/>
                <a:cs typeface="Pretendard"/>
              </a:rPr>
              <a:t> </a:t>
            </a:r>
            <a:r>
              <a:rPr sz="1600" dirty="0" err="1">
                <a:latin typeface="Pretendard"/>
                <a:ea typeface="Pretendard"/>
                <a:cs typeface="Pretendard"/>
              </a:rPr>
              <a:t>탐색</a:t>
            </a:r>
            <a:endParaRPr sz="1600" dirty="0">
              <a:latin typeface="Pretendard"/>
              <a:ea typeface="Pretendard"/>
              <a:cs typeface="Pretendard"/>
            </a:endParaRP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 dirty="0">
                <a:latin typeface="Pretendard"/>
                <a:ea typeface="Pretendard"/>
                <a:cs typeface="Pretendard"/>
              </a:rPr>
              <a:t>• </a:t>
            </a:r>
            <a:r>
              <a:rPr sz="1600" dirty="0" err="1">
                <a:latin typeface="Pretendard"/>
                <a:ea typeface="Pretendard"/>
                <a:cs typeface="Pretendard"/>
              </a:rPr>
              <a:t>실습</a:t>
            </a:r>
            <a:r>
              <a:rPr sz="1600" dirty="0">
                <a:latin typeface="Pretendard"/>
                <a:ea typeface="Pretendard"/>
                <a:cs typeface="Pretendard"/>
              </a:rPr>
              <a:t> </a:t>
            </a:r>
            <a:r>
              <a:rPr sz="1600" dirty="0" err="1">
                <a:latin typeface="Pretendard"/>
                <a:ea typeface="Pretendard"/>
                <a:cs typeface="Pretendard"/>
              </a:rPr>
              <a:t>환경에서</a:t>
            </a:r>
            <a:r>
              <a:rPr sz="1600" dirty="0">
                <a:latin typeface="Pretendard"/>
                <a:ea typeface="Pretendard"/>
                <a:cs typeface="Pretendard"/>
              </a:rPr>
              <a:t> UDP </a:t>
            </a:r>
            <a:r>
              <a:rPr sz="1600" dirty="0" err="1">
                <a:latin typeface="Pretendard"/>
                <a:ea typeface="Pretendard"/>
                <a:cs typeface="Pretendard"/>
              </a:rPr>
              <a:t>기반</a:t>
            </a:r>
            <a:r>
              <a:rPr sz="1600" dirty="0">
                <a:latin typeface="Pretendard"/>
                <a:ea typeface="Pretendard"/>
                <a:cs typeface="Pretendard"/>
              </a:rPr>
              <a:t> </a:t>
            </a:r>
            <a:r>
              <a:rPr sz="1600" dirty="0" err="1">
                <a:latin typeface="Pretendard"/>
                <a:ea typeface="Pretendard"/>
                <a:cs typeface="Pretendard"/>
              </a:rPr>
              <a:t>데이터</a:t>
            </a:r>
            <a:r>
              <a:rPr sz="1600" dirty="0">
                <a:latin typeface="Pretendard"/>
                <a:ea typeface="Pretendard"/>
                <a:cs typeface="Pretendard"/>
              </a:rPr>
              <a:t> </a:t>
            </a:r>
            <a:r>
              <a:rPr sz="1600" dirty="0" err="1">
                <a:latin typeface="Pretendard"/>
                <a:ea typeface="Pretendard"/>
                <a:cs typeface="Pretendard"/>
              </a:rPr>
              <a:t>전달</a:t>
            </a:r>
            <a:endParaRPr sz="1600" dirty="0">
              <a:latin typeface="Pretendard"/>
              <a:ea typeface="Pretendard"/>
              <a:cs typeface="Pretendard"/>
            </a:endParaRP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 dirty="0">
                <a:latin typeface="Pretendard"/>
                <a:ea typeface="Pretendard"/>
                <a:cs typeface="Pretendard"/>
              </a:rPr>
              <a:t>• </a:t>
            </a:r>
            <a:r>
              <a:rPr sz="1600" dirty="0" err="1">
                <a:latin typeface="Pretendard"/>
                <a:ea typeface="Pretendard"/>
                <a:cs typeface="Pretendard"/>
              </a:rPr>
              <a:t>애플케이션의</a:t>
            </a:r>
            <a:r>
              <a:rPr sz="1600" dirty="0">
                <a:latin typeface="Pretendard"/>
                <a:ea typeface="Pretendard"/>
                <a:cs typeface="Pretendard"/>
              </a:rPr>
              <a:t> DDS </a:t>
            </a:r>
            <a:r>
              <a:rPr sz="1600" dirty="0" err="1">
                <a:latin typeface="Pretendard"/>
                <a:ea typeface="Pretendard"/>
                <a:cs typeface="Pretendard"/>
              </a:rPr>
              <a:t>직접</a:t>
            </a:r>
            <a:r>
              <a:rPr sz="1600" dirty="0">
                <a:latin typeface="Pretendard"/>
                <a:ea typeface="Pretendard"/>
                <a:cs typeface="Pretendard"/>
              </a:rPr>
              <a:t> </a:t>
            </a:r>
            <a:r>
              <a:rPr sz="1600" dirty="0" err="1">
                <a:latin typeface="Pretendard"/>
                <a:ea typeface="Pretendard"/>
                <a:cs typeface="Pretendard"/>
              </a:rPr>
              <a:t>호출</a:t>
            </a:r>
            <a:r>
              <a:rPr sz="1600" dirty="0">
                <a:latin typeface="Pretendard"/>
                <a:ea typeface="Pretendard"/>
                <a:cs typeface="Pretendard"/>
              </a:rPr>
              <a:t> </a:t>
            </a:r>
            <a:r>
              <a:rPr sz="1600" dirty="0" err="1">
                <a:latin typeface="Pretendard"/>
                <a:ea typeface="Pretendard"/>
                <a:cs typeface="Pretendard"/>
              </a:rPr>
              <a:t>불필요</a:t>
            </a:r>
            <a:endParaRPr sz="16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3" name="Google Shape;534;p58">
            <a:extLst>
              <a:ext uri="{FF2B5EF4-FFF2-40B4-BE49-F238E27FC236}">
                <a16:creationId xmlns:a16="http://schemas.microsoft.com/office/drawing/2014/main" id="{A0F4C075-109A-7DDE-18C9-18F128552C24}"/>
              </a:ext>
            </a:extLst>
          </p:cNvPr>
          <p:cNvSpPr>
            <a:spLocks noGrp="1"/>
          </p:cNvSpPr>
          <p:nvPr/>
        </p:nvSpPr>
        <p:spPr>
          <a:xfrm>
            <a:off x="393699" y="1146566"/>
            <a:ext cx="11404599" cy="402442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2000" dirty="0">
                <a:latin typeface="Pretendard"/>
                <a:ea typeface="Pretendard"/>
                <a:cs typeface="Pretendard"/>
              </a:rPr>
              <a:t>ROS 2 </a:t>
            </a:r>
            <a:r>
              <a:rPr sz="2000" dirty="0" err="1">
                <a:latin typeface="Pretendard"/>
                <a:ea typeface="Pretendard"/>
                <a:cs typeface="Pretendard"/>
              </a:rPr>
              <a:t>통신을</a:t>
            </a:r>
            <a:r>
              <a:rPr sz="2000" dirty="0">
                <a:latin typeface="Pretendard"/>
                <a:ea typeface="Pretendard"/>
                <a:cs typeface="Pretendard"/>
              </a:rPr>
              <a:t> </a:t>
            </a:r>
            <a:r>
              <a:rPr sz="2000" dirty="0" err="1">
                <a:latin typeface="Pretendard"/>
                <a:ea typeface="Pretendard"/>
                <a:cs typeface="Pretendard"/>
              </a:rPr>
              <a:t>실제</a:t>
            </a:r>
            <a:r>
              <a:rPr sz="2000" dirty="0">
                <a:latin typeface="Pretendard"/>
                <a:ea typeface="Pretendard"/>
                <a:cs typeface="Pretendard"/>
              </a:rPr>
              <a:t> </a:t>
            </a:r>
            <a:r>
              <a:rPr sz="2000" dirty="0" err="1">
                <a:latin typeface="Pretendard"/>
                <a:ea typeface="Pretendard"/>
                <a:cs typeface="Pretendard"/>
              </a:rPr>
              <a:t>Network로</a:t>
            </a:r>
            <a:r>
              <a:rPr sz="2000" dirty="0">
                <a:latin typeface="Pretendard"/>
                <a:ea typeface="Pretendard"/>
                <a:cs typeface="Pretendard"/>
              </a:rPr>
              <a:t> </a:t>
            </a:r>
            <a:r>
              <a:rPr sz="2000" dirty="0" err="1">
                <a:latin typeface="Pretendard"/>
                <a:ea typeface="Pretendard"/>
                <a:cs typeface="Pretendard"/>
              </a:rPr>
              <a:t>전달하는</a:t>
            </a:r>
            <a:r>
              <a:rPr sz="2000" dirty="0">
                <a:latin typeface="Pretendard"/>
                <a:ea typeface="Pretendard"/>
                <a:cs typeface="Pretendard"/>
              </a:rPr>
              <a:t> Middleware</a:t>
            </a:r>
          </a:p>
        </p:txBody>
      </p:sp>
    </p:spTree>
    <p:extLst>
      <p:ext uri="{BB962C8B-B14F-4D97-AF65-F5344CB8AC3E}">
        <p14:creationId xmlns:p14="http://schemas.microsoft.com/office/powerpoint/2010/main" val="21795353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58">
            <a:extLst>
              <a:ext uri="{FF2B5EF4-FFF2-40B4-BE49-F238E27FC236}">
                <a16:creationId xmlns:a16="http://schemas.microsoft.com/office/drawing/2014/main" id="{D6AD4425-62A5-20FE-DA81-DB0262F8E9D3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b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fld id="{BA58DA2A-B818-18A9-29C1-B697728D5BCE}" type="slidenum">
              <a:rPr>
                <a:latin typeface="Pretendard"/>
                <a:ea typeface="Pretendard"/>
                <a:cs typeface="Pretendard"/>
              </a:rPr>
              <a:t>9</a:t>
            </a:fld>
            <a:endParaRPr/>
          </a:p>
        </p:txBody>
      </p:sp>
      <p:sp>
        <p:nvSpPr>
          <p:cNvPr id="533" name="Google Shape;533;p58">
            <a:extLst>
              <a:ext uri="{FF2B5EF4-FFF2-40B4-BE49-F238E27FC236}">
                <a16:creationId xmlns:a16="http://schemas.microsoft.com/office/drawing/2014/main" id="{CCB3C549-3412-D9EC-FC96-8C0EA25A4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699" y="344009"/>
            <a:ext cx="11404599" cy="595791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r>
              <a:rPr>
                <a:solidFill>
                  <a:schemeClr val="accent1"/>
                </a:solidFill>
                <a:latin typeface="Pretendard"/>
                <a:ea typeface="Pretendard"/>
                <a:cs typeface="Pretendard"/>
              </a:rPr>
              <a:t>분산 통신 확인 단계</a:t>
            </a:r>
          </a:p>
        </p:txBody>
      </p:sp>
      <p:sp>
        <p:nvSpPr>
          <p:cNvPr id="3" name="Google Shape;534;p58">
            <a:extLst>
              <a:ext uri="{FF2B5EF4-FFF2-40B4-BE49-F238E27FC236}">
                <a16:creationId xmlns:a16="http://schemas.microsoft.com/office/drawing/2014/main" id="{076E58D8-94E3-59EF-6F5D-94479531D945}"/>
              </a:ext>
            </a:extLst>
          </p:cNvPr>
          <p:cNvSpPr>
            <a:spLocks noGrp="1"/>
          </p:cNvSpPr>
          <p:nvPr/>
        </p:nvSpPr>
        <p:spPr>
          <a:xfrm>
            <a:off x="391970" y="1934870"/>
            <a:ext cx="5537200" cy="3619499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 dirty="0">
                <a:latin typeface="Pretendard"/>
                <a:ea typeface="Pretendard"/>
                <a:cs typeface="Pretendard"/>
              </a:rPr>
              <a:t>• 앞 </a:t>
            </a:r>
            <a:r>
              <a:rPr sz="1600" dirty="0" err="1">
                <a:latin typeface="Pretendard"/>
                <a:ea typeface="Pretendard"/>
                <a:cs typeface="Pretendard"/>
              </a:rPr>
              <a:t>단계</a:t>
            </a:r>
            <a:r>
              <a:rPr sz="1600" dirty="0">
                <a:latin typeface="Pretendard"/>
                <a:ea typeface="Pretendard"/>
                <a:cs typeface="Pretendard"/>
              </a:rPr>
              <a:t> </a:t>
            </a:r>
            <a:r>
              <a:rPr sz="1600" dirty="0" err="1">
                <a:latin typeface="Pretendard"/>
                <a:ea typeface="Pretendard"/>
                <a:cs typeface="Pretendard"/>
              </a:rPr>
              <a:t>실패</a:t>
            </a:r>
            <a:r>
              <a:rPr sz="1600" dirty="0">
                <a:latin typeface="Pretendard"/>
                <a:ea typeface="Pretendard"/>
                <a:cs typeface="Pretendard"/>
              </a:rPr>
              <a:t> 시 </a:t>
            </a:r>
            <a:r>
              <a:rPr sz="1600" dirty="0" err="1">
                <a:latin typeface="Pretendard"/>
                <a:ea typeface="Pretendard"/>
                <a:cs typeface="Pretendard"/>
              </a:rPr>
              <a:t>다음</a:t>
            </a:r>
            <a:r>
              <a:rPr sz="1600" dirty="0">
                <a:latin typeface="Pretendard"/>
                <a:ea typeface="Pretendard"/>
                <a:cs typeface="Pretendard"/>
              </a:rPr>
              <a:t> </a:t>
            </a:r>
            <a:r>
              <a:rPr sz="1600" dirty="0" err="1">
                <a:latin typeface="Pretendard"/>
                <a:ea typeface="Pretendard"/>
                <a:cs typeface="Pretendard"/>
              </a:rPr>
              <a:t>단계</a:t>
            </a:r>
            <a:r>
              <a:rPr sz="1600" dirty="0">
                <a:latin typeface="Pretendard"/>
                <a:ea typeface="Pretendard"/>
                <a:cs typeface="Pretendard"/>
              </a:rPr>
              <a:t> </a:t>
            </a:r>
            <a:r>
              <a:rPr sz="1600" dirty="0" err="1">
                <a:latin typeface="Pretendard"/>
                <a:ea typeface="Pretendard"/>
                <a:cs typeface="Pretendard"/>
              </a:rPr>
              <a:t>성립</a:t>
            </a:r>
            <a:r>
              <a:rPr sz="1600" dirty="0">
                <a:latin typeface="Pretendard"/>
                <a:ea typeface="Pretendard"/>
                <a:cs typeface="Pretendard"/>
              </a:rPr>
              <a:t> </a:t>
            </a:r>
            <a:r>
              <a:rPr sz="1600" dirty="0" err="1">
                <a:latin typeface="Pretendard"/>
                <a:ea typeface="Pretendard"/>
                <a:cs typeface="Pretendard"/>
              </a:rPr>
              <a:t>불가</a:t>
            </a:r>
            <a:endParaRPr sz="1600" dirty="0">
              <a:latin typeface="Pretendard"/>
              <a:ea typeface="Pretendard"/>
              <a:cs typeface="Pretendard"/>
            </a:endParaRP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 dirty="0">
                <a:latin typeface="Pretendard"/>
                <a:ea typeface="Pretendard"/>
                <a:cs typeface="Pretendard"/>
              </a:rPr>
              <a:t>• Ping </a:t>
            </a:r>
            <a:r>
              <a:rPr sz="1600" dirty="0" err="1">
                <a:latin typeface="Pretendard"/>
                <a:ea typeface="Pretendard"/>
                <a:cs typeface="Pretendard"/>
              </a:rPr>
              <a:t>성공은</a:t>
            </a:r>
            <a:r>
              <a:rPr sz="1600" dirty="0">
                <a:latin typeface="Pretendard"/>
                <a:ea typeface="Pretendard"/>
                <a:cs typeface="Pretendard"/>
              </a:rPr>
              <a:t> DDS </a:t>
            </a:r>
            <a:r>
              <a:rPr sz="1600" dirty="0" err="1">
                <a:latin typeface="Pretendard"/>
                <a:ea typeface="Pretendard"/>
                <a:cs typeface="Pretendard"/>
              </a:rPr>
              <a:t>연결의</a:t>
            </a:r>
            <a:r>
              <a:rPr sz="1600" dirty="0">
                <a:latin typeface="Pretendard"/>
                <a:ea typeface="Pretendard"/>
                <a:cs typeface="Pretendard"/>
              </a:rPr>
              <a:t> </a:t>
            </a:r>
            <a:r>
              <a:rPr sz="1600" dirty="0" err="1">
                <a:latin typeface="Pretendard"/>
                <a:ea typeface="Pretendard"/>
                <a:cs typeface="Pretendard"/>
              </a:rPr>
              <a:t>필요조건</a:t>
            </a:r>
            <a:endParaRPr sz="1600" dirty="0">
              <a:latin typeface="Pretendard"/>
              <a:ea typeface="Pretendard"/>
              <a:cs typeface="Pretendard"/>
            </a:endParaRP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 dirty="0">
                <a:latin typeface="Pretendard"/>
                <a:ea typeface="Pretendard"/>
                <a:cs typeface="Pretendard"/>
              </a:rPr>
              <a:t>• ROS Graph </a:t>
            </a:r>
            <a:r>
              <a:rPr sz="1600" dirty="0" err="1">
                <a:latin typeface="Pretendard"/>
                <a:ea typeface="Pretendard"/>
                <a:cs typeface="Pretendard"/>
              </a:rPr>
              <a:t>확인</a:t>
            </a:r>
            <a:r>
              <a:rPr sz="1600" dirty="0">
                <a:latin typeface="Pretendard"/>
                <a:ea typeface="Pretendard"/>
                <a:cs typeface="Pretendard"/>
              </a:rPr>
              <a:t> 후 </a:t>
            </a:r>
            <a:r>
              <a:rPr sz="1600" dirty="0" err="1">
                <a:latin typeface="Pretendard"/>
                <a:ea typeface="Pretendard"/>
                <a:cs typeface="Pretendard"/>
              </a:rPr>
              <a:t>데이터</a:t>
            </a:r>
            <a:r>
              <a:rPr sz="1600" dirty="0">
                <a:latin typeface="Pretendard"/>
                <a:ea typeface="Pretendard"/>
                <a:cs typeface="Pretendard"/>
              </a:rPr>
              <a:t> </a:t>
            </a:r>
            <a:r>
              <a:rPr sz="1600" dirty="0" err="1">
                <a:latin typeface="Pretendard"/>
                <a:ea typeface="Pretendard"/>
                <a:cs typeface="Pretendard"/>
              </a:rPr>
              <a:t>수신</a:t>
            </a:r>
            <a:r>
              <a:rPr sz="1600" dirty="0">
                <a:latin typeface="Pretendard"/>
                <a:ea typeface="Pretendard"/>
                <a:cs typeface="Pretendard"/>
              </a:rPr>
              <a:t> </a:t>
            </a:r>
            <a:r>
              <a:rPr sz="1600" dirty="0" err="1">
                <a:latin typeface="Pretendard"/>
                <a:ea typeface="Pretendard"/>
                <a:cs typeface="Pretendard"/>
              </a:rPr>
              <a:t>점검</a:t>
            </a:r>
            <a:endParaRPr sz="1600" dirty="0">
              <a:latin typeface="Pretendard"/>
              <a:ea typeface="Pretendard"/>
              <a:cs typeface="Pretendard"/>
            </a:endParaRP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 dirty="0">
                <a:latin typeface="Pretendard"/>
                <a:ea typeface="Pretendard"/>
                <a:cs typeface="Pretendard"/>
              </a:rPr>
              <a:t>• </a:t>
            </a:r>
            <a:r>
              <a:rPr sz="1600" dirty="0" err="1">
                <a:latin typeface="Pretendard"/>
                <a:ea typeface="Pretendard"/>
                <a:cs typeface="Pretendard"/>
              </a:rPr>
              <a:t>장애</a:t>
            </a:r>
            <a:r>
              <a:rPr sz="1600" dirty="0">
                <a:latin typeface="Pretendard"/>
                <a:ea typeface="Pretendard"/>
                <a:cs typeface="Pretendard"/>
              </a:rPr>
              <a:t> </a:t>
            </a:r>
            <a:r>
              <a:rPr sz="1600" dirty="0" err="1">
                <a:latin typeface="Pretendard"/>
                <a:ea typeface="Pretendard"/>
                <a:cs typeface="Pretendard"/>
              </a:rPr>
              <a:t>분석도</a:t>
            </a:r>
            <a:r>
              <a:rPr sz="1600" dirty="0">
                <a:latin typeface="Pretendard"/>
                <a:ea typeface="Pretendard"/>
                <a:cs typeface="Pretendard"/>
              </a:rPr>
              <a:t> </a:t>
            </a:r>
            <a:r>
              <a:rPr sz="1600" dirty="0" err="1">
                <a:latin typeface="Pretendard"/>
                <a:ea typeface="Pretendard"/>
                <a:cs typeface="Pretendard"/>
              </a:rPr>
              <a:t>같은</a:t>
            </a:r>
            <a:r>
              <a:rPr sz="1600" dirty="0">
                <a:latin typeface="Pretendard"/>
                <a:ea typeface="Pretendard"/>
                <a:cs typeface="Pretendard"/>
              </a:rPr>
              <a:t> </a:t>
            </a:r>
            <a:r>
              <a:rPr sz="1600" dirty="0" err="1">
                <a:latin typeface="Pretendard"/>
                <a:ea typeface="Pretendard"/>
                <a:cs typeface="Pretendard"/>
              </a:rPr>
              <a:t>순서</a:t>
            </a:r>
            <a:r>
              <a:rPr sz="1600" dirty="0">
                <a:latin typeface="Pretendard"/>
                <a:ea typeface="Pretendard"/>
                <a:cs typeface="Pretendard"/>
              </a:rPr>
              <a:t> </a:t>
            </a:r>
            <a:r>
              <a:rPr sz="1600" dirty="0" err="1">
                <a:latin typeface="Pretendard"/>
                <a:ea typeface="Pretendard"/>
                <a:cs typeface="Pretendard"/>
              </a:rPr>
              <a:t>사용</a:t>
            </a:r>
            <a:endParaRPr lang="en-US" sz="1600" dirty="0">
              <a:latin typeface="Pretendard"/>
              <a:ea typeface="Pretendard"/>
              <a:cs typeface="Pretendard"/>
            </a:endParaRP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endParaRPr lang="en-US" sz="1600" dirty="0"/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endParaRPr lang="en-US" sz="1600" dirty="0">
              <a:latin typeface="Pretendard"/>
              <a:ea typeface="Pretendard"/>
              <a:cs typeface="Pretendard"/>
            </a:endParaRP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endParaRPr lang="en-US" sz="1600" dirty="0"/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defRPr>
                <a:latin typeface="Pretendard"/>
                <a:ea typeface="Pretendard"/>
                <a:cs typeface="Pretendard"/>
              </a:defRPr>
            </a:pPr>
            <a:r>
              <a:rPr lang="en-US" sz="1600" dirty="0"/>
              <a:t>PC(WSL 2)-Jetson </a:t>
            </a:r>
            <a:r>
              <a:rPr lang="ko-KR" altLang="en-US" sz="1600" dirty="0"/>
              <a:t>연결 방식은 추후 설명</a:t>
            </a:r>
            <a:endParaRPr sz="16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" name="Google Shape;534;p58">
            <a:extLst>
              <a:ext uri="{FF2B5EF4-FFF2-40B4-BE49-F238E27FC236}">
                <a16:creationId xmlns:a16="http://schemas.microsoft.com/office/drawing/2014/main" id="{EC39CC4A-7702-F34C-BFC1-C34643FFFDEE}"/>
              </a:ext>
            </a:extLst>
          </p:cNvPr>
          <p:cNvSpPr>
            <a:spLocks noGrp="1"/>
          </p:cNvSpPr>
          <p:nvPr/>
        </p:nvSpPr>
        <p:spPr>
          <a:xfrm>
            <a:off x="393700" y="1436666"/>
            <a:ext cx="5871672" cy="719318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2000">
                <a:latin typeface="Pretendard"/>
                <a:ea typeface="Pretendard"/>
                <a:cs typeface="Pretendard"/>
              </a:rPr>
              <a:t>IP 연결부터 Endpoint 호환성까지 순서대로 확인</a:t>
            </a:r>
          </a:p>
        </p:txBody>
      </p:sp>
      <p:sp>
        <p:nvSpPr>
          <p:cNvPr id="27" name="Content Placeholder 10">
            <a:extLst>
              <a:ext uri="{FF2B5EF4-FFF2-40B4-BE49-F238E27FC236}">
                <a16:creationId xmlns:a16="http://schemas.microsoft.com/office/drawing/2014/main" id="{B4FA777D-1E43-2118-018B-D684DB7EFEF1}"/>
              </a:ext>
            </a:extLst>
          </p:cNvPr>
          <p:cNvSpPr>
            <a:spLocks noGrp="1"/>
          </p:cNvSpPr>
          <p:nvPr/>
        </p:nvSpPr>
        <p:spPr>
          <a:xfrm>
            <a:off x="6648104" y="2184252"/>
            <a:ext cx="5014766" cy="5975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marR="0" lvl="0" indent="0" algn="l" defTabSz="91440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 b="0" i="0" u="none" cap="none" spc="0" dirty="0">
                <a:ln>
                  <a:noFill/>
                </a:ln>
                <a:latin typeface="Pretendard"/>
                <a:ea typeface="Pretendard"/>
                <a:cs typeface="Pretendard"/>
              </a:rPr>
              <a:t>Ping </a:t>
            </a:r>
            <a:r>
              <a:rPr sz="1400" b="0" i="0" u="none" cap="none" spc="0" dirty="0" err="1">
                <a:ln>
                  <a:noFill/>
                </a:ln>
                <a:latin typeface="Pretendard"/>
                <a:ea typeface="Pretendard"/>
                <a:cs typeface="Pretendard"/>
              </a:rPr>
              <a:t>성공</a:t>
            </a:r>
            <a:endParaRPr sz="1400" b="0" i="0" u="none" cap="none" spc="0" dirty="0">
              <a:ln>
                <a:noFill/>
              </a:ln>
              <a:latin typeface="Pretendard"/>
              <a:ea typeface="Pretendard"/>
              <a:cs typeface="Pretendard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2F01BD9-1359-C69B-3F1A-A36534227FFE}"/>
              </a:ext>
            </a:extLst>
          </p:cNvPr>
          <p:cNvSpPr>
            <a:spLocks noGrp="1"/>
          </p:cNvSpPr>
          <p:nvPr/>
        </p:nvSpPr>
        <p:spPr>
          <a:xfrm>
            <a:off x="6644793" y="1813255"/>
            <a:ext cx="5014766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 b="0" i="0" u="none" cap="none" spc="0" dirty="0">
                <a:ln>
                  <a:noFill/>
                </a:ln>
                <a:solidFill>
                  <a:srgbClr val="3357B8"/>
                </a:solidFill>
                <a:latin typeface="Pretendard"/>
                <a:ea typeface="Pretendard"/>
                <a:cs typeface="Pretendard"/>
              </a:rPr>
              <a:t>1·IP </a:t>
            </a:r>
            <a:r>
              <a:rPr sz="1400" b="0" i="0" u="none" cap="none" spc="0" dirty="0" err="1">
                <a:ln>
                  <a:noFill/>
                </a:ln>
                <a:solidFill>
                  <a:srgbClr val="3357B8"/>
                </a:solidFill>
                <a:latin typeface="Pretendard"/>
                <a:ea typeface="Pretendard"/>
                <a:cs typeface="Pretendard"/>
              </a:rPr>
              <a:t>연결</a:t>
            </a:r>
            <a:endParaRPr sz="1400" b="0" i="0" u="none" cap="none" spc="0" dirty="0">
              <a:ln>
                <a:noFill/>
              </a:ln>
              <a:solidFill>
                <a:srgbClr val="3357B8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32674159-B6E6-B9EF-D753-5EF1E687140B}"/>
              </a:ext>
            </a:extLst>
          </p:cNvPr>
          <p:cNvSpPr>
            <a:spLocks noGrp="1"/>
          </p:cNvSpPr>
          <p:nvPr/>
        </p:nvSpPr>
        <p:spPr>
          <a:xfrm>
            <a:off x="6648104" y="3693012"/>
            <a:ext cx="5014766" cy="5975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marR="0" lvl="0" indent="0" algn="l" defTabSz="91440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 b="0" i="0" u="none" cap="none" spc="0">
                <a:ln>
                  <a:noFill/>
                </a:ln>
                <a:latin typeface="Pretendard"/>
                <a:ea typeface="Pretendard"/>
                <a:cs typeface="Pretendard"/>
              </a:rPr>
              <a:t>Node·Topic·Service 발견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D84212-7716-6AFC-2CCA-1118E41834EC}"/>
              </a:ext>
            </a:extLst>
          </p:cNvPr>
          <p:cNvSpPr>
            <a:spLocks noGrp="1"/>
          </p:cNvSpPr>
          <p:nvPr/>
        </p:nvSpPr>
        <p:spPr>
          <a:xfrm>
            <a:off x="6644793" y="3322015"/>
            <a:ext cx="5014766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 b="0" i="0" u="none" cap="none" spc="0">
                <a:ln>
                  <a:noFill/>
                </a:ln>
                <a:solidFill>
                  <a:srgbClr val="3357B8"/>
                </a:solidFill>
                <a:latin typeface="Pretendard"/>
                <a:ea typeface="Pretendard"/>
                <a:cs typeface="Pretendard"/>
              </a:rPr>
              <a:t>2·Discovery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58865802-6967-7210-3371-DEA6828B57A2}"/>
              </a:ext>
            </a:extLst>
          </p:cNvPr>
          <p:cNvSpPr>
            <a:spLocks noGrp="1"/>
          </p:cNvSpPr>
          <p:nvPr/>
        </p:nvSpPr>
        <p:spPr>
          <a:xfrm>
            <a:off x="6648105" y="5201772"/>
            <a:ext cx="5014766" cy="5975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marR="0" lvl="0" indent="0" algn="l" defTabSz="91440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 b="0" i="0" u="none" cap="none" spc="0">
                <a:ln>
                  <a:noFill/>
                </a:ln>
                <a:latin typeface="Pretendard"/>
                <a:ea typeface="Pretendard"/>
                <a:cs typeface="Pretendard"/>
              </a:rPr>
              <a:t>이름·타입·QoS 일치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2FEB2E-B2D7-376B-AFC1-B25E2E37C15B}"/>
              </a:ext>
            </a:extLst>
          </p:cNvPr>
          <p:cNvSpPr>
            <a:spLocks noGrp="1"/>
          </p:cNvSpPr>
          <p:nvPr/>
        </p:nvSpPr>
        <p:spPr>
          <a:xfrm>
            <a:off x="6644794" y="4830775"/>
            <a:ext cx="5014766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 b="0" i="0" u="none" cap="none" spc="0">
                <a:ln>
                  <a:noFill/>
                </a:ln>
                <a:solidFill>
                  <a:srgbClr val="3357B8"/>
                </a:solidFill>
                <a:latin typeface="Pretendard"/>
                <a:ea typeface="Pretendard"/>
                <a:cs typeface="Pretendard"/>
              </a:rPr>
              <a:t>3·Endpoint</a:t>
            </a:r>
          </a:p>
        </p:txBody>
      </p:sp>
      <p:sp>
        <p:nvSpPr>
          <p:cNvPr id="7" name="Rounded Rectangle 1">
            <a:extLst>
              <a:ext uri="{FF2B5EF4-FFF2-40B4-BE49-F238E27FC236}">
                <a16:creationId xmlns:a16="http://schemas.microsoft.com/office/drawing/2014/main" id="{672731C3-3B3D-DFCA-5B87-6A9824F94DC9}"/>
              </a:ext>
            </a:extLst>
          </p:cNvPr>
          <p:cNvSpPr>
            <a:spLocks noGrp="1"/>
          </p:cNvSpPr>
          <p:nvPr/>
        </p:nvSpPr>
        <p:spPr>
          <a:xfrm>
            <a:off x="6405842" y="4542881"/>
            <a:ext cx="5394187" cy="1393857"/>
          </a:xfrm>
          <a:prstGeom prst="roundRect">
            <a:avLst>
              <a:gd name="adj" fmla="val 3585"/>
            </a:avLst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  <a:defRPr>
                <a:latin typeface="Pretendard"/>
                <a:ea typeface="Pretendard"/>
                <a:cs typeface="Pretendard"/>
              </a:defRPr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11" name="Rounded Rectangle 6">
            <a:extLst>
              <a:ext uri="{FF2B5EF4-FFF2-40B4-BE49-F238E27FC236}">
                <a16:creationId xmlns:a16="http://schemas.microsoft.com/office/drawing/2014/main" id="{975D7694-EF39-E4BA-A934-D6C495CCF4BC}"/>
              </a:ext>
            </a:extLst>
          </p:cNvPr>
          <p:cNvSpPr>
            <a:spLocks noGrp="1"/>
          </p:cNvSpPr>
          <p:nvPr/>
        </p:nvSpPr>
        <p:spPr>
          <a:xfrm>
            <a:off x="6405842" y="3030695"/>
            <a:ext cx="5394187" cy="1393857"/>
          </a:xfrm>
          <a:prstGeom prst="roundRect">
            <a:avLst>
              <a:gd name="adj" fmla="val 3585"/>
            </a:avLst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  <a:defRPr>
                <a:latin typeface="Pretendard"/>
                <a:ea typeface="Pretendard"/>
                <a:cs typeface="Pretendard"/>
              </a:defRPr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13" name="Rounded Rectangle 9">
            <a:extLst>
              <a:ext uri="{FF2B5EF4-FFF2-40B4-BE49-F238E27FC236}">
                <a16:creationId xmlns:a16="http://schemas.microsoft.com/office/drawing/2014/main" id="{84356975-E5D7-C04B-9BA6-EEC211598B5E}"/>
              </a:ext>
            </a:extLst>
          </p:cNvPr>
          <p:cNvSpPr>
            <a:spLocks noGrp="1"/>
          </p:cNvSpPr>
          <p:nvPr/>
        </p:nvSpPr>
        <p:spPr>
          <a:xfrm>
            <a:off x="6405843" y="1518509"/>
            <a:ext cx="5394187" cy="1393857"/>
          </a:xfrm>
          <a:prstGeom prst="roundRect">
            <a:avLst>
              <a:gd name="adj" fmla="val 3585"/>
            </a:avLst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  <a:defRPr>
                <a:latin typeface="Pretendard"/>
                <a:ea typeface="Pretendard"/>
                <a:cs typeface="Pretendard"/>
              </a:defRPr>
            </a:pPr>
            <a:endParaRPr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61403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58">
            <a:extLst>
              <a:ext uri="{FF2B5EF4-FFF2-40B4-BE49-F238E27FC236}">
                <a16:creationId xmlns:a16="http://schemas.microsoft.com/office/drawing/2014/main" id="{CAD38C25-48AC-5A29-D53A-82080FAF926E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b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fld id="{4DB16885-0D3F-A391-B669-3211DB3B26E8}" type="slidenum">
              <a:rPr>
                <a:latin typeface="Pretendard"/>
                <a:ea typeface="Pretendard"/>
                <a:cs typeface="Pretendard"/>
              </a:rPr>
              <a:t>10</a:t>
            </a:fld>
            <a:endParaRPr/>
          </a:p>
        </p:txBody>
      </p:sp>
      <p:sp>
        <p:nvSpPr>
          <p:cNvPr id="533" name="Google Shape;533;p58">
            <a:extLst>
              <a:ext uri="{FF2B5EF4-FFF2-40B4-BE49-F238E27FC236}">
                <a16:creationId xmlns:a16="http://schemas.microsoft.com/office/drawing/2014/main" id="{33E8FE18-95DE-C7EA-9E95-10B8218936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699" y="344009"/>
            <a:ext cx="11404599" cy="595791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r>
              <a:rPr>
                <a:solidFill>
                  <a:schemeClr val="accent1"/>
                </a:solidFill>
                <a:latin typeface="Pretendard"/>
                <a:ea typeface="Pretendard"/>
                <a:cs typeface="Pretendard"/>
              </a:rPr>
              <a:t>ROS_DOMAIN_ID</a:t>
            </a:r>
          </a:p>
        </p:txBody>
      </p:sp>
      <p:sp>
        <p:nvSpPr>
          <p:cNvPr id="12" name="Google Shape;534;p58">
            <a:extLst>
              <a:ext uri="{FF2B5EF4-FFF2-40B4-BE49-F238E27FC236}">
                <a16:creationId xmlns:a16="http://schemas.microsoft.com/office/drawing/2014/main" id="{F393FB38-1005-6250-1642-93C1A76E0B77}"/>
              </a:ext>
            </a:extLst>
          </p:cNvPr>
          <p:cNvSpPr>
            <a:spLocks noGrp="1"/>
          </p:cNvSpPr>
          <p:nvPr/>
        </p:nvSpPr>
        <p:spPr>
          <a:xfrm>
            <a:off x="393700" y="1649094"/>
            <a:ext cx="11404600" cy="2313306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 dirty="0">
                <a:latin typeface="Pretendard"/>
                <a:ea typeface="Pretendard"/>
                <a:cs typeface="Pretendard"/>
              </a:rPr>
              <a:t>• 값 </a:t>
            </a:r>
            <a:r>
              <a:rPr sz="1600" dirty="0" err="1">
                <a:latin typeface="Pretendard"/>
                <a:ea typeface="Pretendard"/>
                <a:cs typeface="Pretendard"/>
              </a:rPr>
              <a:t>범위</a:t>
            </a:r>
            <a:r>
              <a:rPr sz="1600" dirty="0">
                <a:latin typeface="Pretendard"/>
                <a:ea typeface="Pretendard"/>
                <a:cs typeface="Pretendard"/>
              </a:rPr>
              <a:t> 0~232·기본값 0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 dirty="0">
                <a:latin typeface="Pretendard"/>
                <a:ea typeface="Pretendard"/>
                <a:cs typeface="Pretendard"/>
              </a:rPr>
              <a:t>• </a:t>
            </a:r>
            <a:r>
              <a:rPr sz="1600" dirty="0" err="1">
                <a:latin typeface="Pretendard"/>
                <a:ea typeface="Pretendard"/>
                <a:cs typeface="Pretendard"/>
              </a:rPr>
              <a:t>PC와</a:t>
            </a:r>
            <a:r>
              <a:rPr sz="1600" dirty="0">
                <a:latin typeface="Pretendard"/>
                <a:ea typeface="Pretendard"/>
                <a:cs typeface="Pretendard"/>
              </a:rPr>
              <a:t> </a:t>
            </a:r>
            <a:r>
              <a:rPr sz="1600" dirty="0" err="1">
                <a:latin typeface="Pretendard"/>
                <a:ea typeface="Pretendard"/>
                <a:cs typeface="Pretendard"/>
              </a:rPr>
              <a:t>Jetson의</a:t>
            </a:r>
            <a:r>
              <a:rPr sz="1600" dirty="0">
                <a:latin typeface="Pretendard"/>
                <a:ea typeface="Pretendard"/>
                <a:cs typeface="Pretendard"/>
              </a:rPr>
              <a:t> 값 </a:t>
            </a:r>
            <a:r>
              <a:rPr sz="1600" dirty="0" err="1">
                <a:latin typeface="Pretendard"/>
                <a:ea typeface="Pretendard"/>
                <a:cs typeface="Pretendard"/>
              </a:rPr>
              <a:t>일치</a:t>
            </a:r>
            <a:r>
              <a:rPr sz="1600" dirty="0">
                <a:latin typeface="Pretendard"/>
                <a:ea typeface="Pretendard"/>
                <a:cs typeface="Pretendard"/>
              </a:rPr>
              <a:t> </a:t>
            </a:r>
            <a:r>
              <a:rPr sz="1600" dirty="0" err="1">
                <a:latin typeface="Pretendard"/>
                <a:ea typeface="Pretendard"/>
                <a:cs typeface="Pretendard"/>
              </a:rPr>
              <a:t>필요</a:t>
            </a:r>
            <a:endParaRPr sz="1600" dirty="0">
              <a:latin typeface="Pretendard"/>
              <a:ea typeface="Pretendard"/>
              <a:cs typeface="Pretendard"/>
            </a:endParaRP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 dirty="0">
                <a:latin typeface="Pretendard"/>
                <a:ea typeface="Pretendard"/>
                <a:cs typeface="Pretendard"/>
              </a:rPr>
              <a:t>• </a:t>
            </a:r>
            <a:r>
              <a:rPr sz="1600" dirty="0" err="1">
                <a:latin typeface="Pretendard"/>
                <a:ea typeface="Pretendard"/>
                <a:cs typeface="Pretendard"/>
              </a:rPr>
              <a:t>실습</a:t>
            </a:r>
            <a:r>
              <a:rPr sz="1600" dirty="0">
                <a:latin typeface="Pretendard"/>
                <a:ea typeface="Pretendard"/>
                <a:cs typeface="Pretendard"/>
              </a:rPr>
              <a:t> </a:t>
            </a:r>
            <a:r>
              <a:rPr sz="1600" dirty="0" err="1">
                <a:latin typeface="Pretendard"/>
                <a:ea typeface="Pretendard"/>
                <a:cs typeface="Pretendard"/>
              </a:rPr>
              <a:t>그룹</a:t>
            </a:r>
            <a:r>
              <a:rPr sz="1600" dirty="0">
                <a:latin typeface="Pretendard"/>
                <a:ea typeface="Pretendard"/>
                <a:cs typeface="Pretendard"/>
              </a:rPr>
              <a:t>: ROS_DOMAIN_ID=30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 dirty="0">
                <a:latin typeface="Pretendard"/>
                <a:ea typeface="Pretendard"/>
                <a:cs typeface="Pretendard"/>
              </a:rPr>
              <a:t>• </a:t>
            </a:r>
            <a:r>
              <a:rPr sz="1600" dirty="0" err="1">
                <a:latin typeface="Pretendard"/>
                <a:ea typeface="Pretendard"/>
                <a:cs typeface="Pretendard"/>
              </a:rPr>
              <a:t>다른</a:t>
            </a:r>
            <a:r>
              <a:rPr sz="1600" dirty="0">
                <a:latin typeface="Pretendard"/>
                <a:ea typeface="Pretendard"/>
                <a:cs typeface="Pretendard"/>
              </a:rPr>
              <a:t> Domain</a:t>
            </a:r>
            <a:r>
              <a:rPr lang="ko-KR" altLang="en-US" sz="1600" dirty="0"/>
              <a:t>간</a:t>
            </a:r>
            <a:r>
              <a:rPr sz="1600" dirty="0">
                <a:latin typeface="Pretendard"/>
                <a:ea typeface="Pretendard"/>
                <a:cs typeface="Pretendard"/>
              </a:rPr>
              <a:t> </a:t>
            </a:r>
            <a:r>
              <a:rPr sz="1600" dirty="0" err="1">
                <a:latin typeface="Pretendard"/>
                <a:ea typeface="Pretendard"/>
                <a:cs typeface="Pretendard"/>
              </a:rPr>
              <a:t>Node·Service</a:t>
            </a:r>
            <a:r>
              <a:rPr lang="ko-KR" altLang="en-US" sz="1600" dirty="0"/>
              <a:t> 확인 불가</a:t>
            </a:r>
            <a:endParaRPr sz="16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3" name="Google Shape;534;p58">
            <a:extLst>
              <a:ext uri="{FF2B5EF4-FFF2-40B4-BE49-F238E27FC236}">
                <a16:creationId xmlns:a16="http://schemas.microsoft.com/office/drawing/2014/main" id="{A0F4C075-109A-7DDE-18C9-18F128552C24}"/>
              </a:ext>
            </a:extLst>
          </p:cNvPr>
          <p:cNvSpPr>
            <a:spLocks noGrp="1"/>
          </p:cNvSpPr>
          <p:nvPr/>
        </p:nvSpPr>
        <p:spPr>
          <a:xfrm>
            <a:off x="393699" y="1146566"/>
            <a:ext cx="11404599" cy="402442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2000" dirty="0" err="1">
                <a:latin typeface="Pretendard"/>
                <a:ea typeface="Pretendard"/>
                <a:cs typeface="Pretendard"/>
              </a:rPr>
              <a:t>같은</a:t>
            </a:r>
            <a:r>
              <a:rPr sz="2000" dirty="0">
                <a:latin typeface="Pretendard"/>
                <a:ea typeface="Pretendard"/>
                <a:cs typeface="Pretendard"/>
              </a:rPr>
              <a:t> Local Network </a:t>
            </a:r>
            <a:r>
              <a:rPr sz="2000" dirty="0" err="1">
                <a:latin typeface="Pretendard"/>
                <a:ea typeface="Pretendard"/>
                <a:cs typeface="Pretendard"/>
              </a:rPr>
              <a:t>안에서</a:t>
            </a:r>
            <a:r>
              <a:rPr sz="2000" dirty="0">
                <a:latin typeface="Pretendard"/>
                <a:ea typeface="Pretendard"/>
                <a:cs typeface="Pretendard"/>
              </a:rPr>
              <a:t> ROS 2 </a:t>
            </a:r>
            <a:r>
              <a:rPr sz="2000" dirty="0" err="1">
                <a:latin typeface="Pretendard"/>
                <a:ea typeface="Pretendard"/>
                <a:cs typeface="Pretendard"/>
              </a:rPr>
              <a:t>통신</a:t>
            </a:r>
            <a:r>
              <a:rPr sz="2000" dirty="0">
                <a:latin typeface="Pretendard"/>
                <a:ea typeface="Pretendard"/>
                <a:cs typeface="Pretendard"/>
              </a:rPr>
              <a:t> </a:t>
            </a:r>
            <a:r>
              <a:rPr sz="2000" dirty="0" err="1">
                <a:latin typeface="Pretendard"/>
                <a:ea typeface="Pretendard"/>
                <a:cs typeface="Pretendard"/>
              </a:rPr>
              <a:t>그룹을</a:t>
            </a:r>
            <a:r>
              <a:rPr sz="2000" dirty="0">
                <a:latin typeface="Pretendard"/>
                <a:ea typeface="Pretendard"/>
                <a:cs typeface="Pretendard"/>
              </a:rPr>
              <a:t> </a:t>
            </a:r>
            <a:r>
              <a:rPr sz="2000" dirty="0" err="1">
                <a:latin typeface="Pretendard"/>
                <a:ea typeface="Pretendard"/>
                <a:cs typeface="Pretendard"/>
              </a:rPr>
              <a:t>분리</a:t>
            </a:r>
            <a:endParaRPr sz="2000" dirty="0">
              <a:latin typeface="Pretendard"/>
              <a:ea typeface="Pretendard"/>
              <a:cs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21795353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58">
            <a:extLst>
              <a:ext uri="{FF2B5EF4-FFF2-40B4-BE49-F238E27FC236}">
                <a16:creationId xmlns:a16="http://schemas.microsoft.com/office/drawing/2014/main" id="{C936F667-D10C-5292-AA3B-96BE2CAC84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800" y="2084744"/>
            <a:ext cx="5537200" cy="3801706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2000" b="1">
                <a:latin typeface="Pretendard"/>
                <a:ea typeface="Pretendard"/>
                <a:cs typeface="Pretendard"/>
              </a:rPr>
              <a:t>ROS_LOCALHOST_ONLY=1</a:t>
            </a:r>
            <a:endParaRPr sz="2000" b="1"/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endParaRPr sz="1400">
              <a:latin typeface="Pretendard"/>
              <a:ea typeface="Pretendard"/>
              <a:cs typeface="Pretendard"/>
            </a:endParaRP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127.0.0.1 내부 통신만 허용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자기 장비 Node만 발견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PC–Jetson 통신 차단</a:t>
            </a:r>
          </a:p>
        </p:txBody>
      </p:sp>
      <p:sp>
        <p:nvSpPr>
          <p:cNvPr id="532" name="Google Shape;532;p58">
            <a:extLst>
              <a:ext uri="{FF2B5EF4-FFF2-40B4-BE49-F238E27FC236}">
                <a16:creationId xmlns:a16="http://schemas.microsoft.com/office/drawing/2014/main" id="{C5959EFF-52C4-5B31-3FCE-BFF3A75CF3CF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b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fld id="{2DD23107-4986-8758-3A93-3D74F35908CC}" type="slidenum">
              <a:rPr>
                <a:latin typeface="Pretendard"/>
                <a:ea typeface="Pretendard"/>
                <a:cs typeface="Pretendard"/>
              </a:rPr>
              <a:t>11</a:t>
            </a:fld>
            <a:endParaRPr/>
          </a:p>
        </p:txBody>
      </p:sp>
      <p:sp>
        <p:nvSpPr>
          <p:cNvPr id="533" name="Google Shape;533;p58">
            <a:extLst>
              <a:ext uri="{FF2B5EF4-FFF2-40B4-BE49-F238E27FC236}">
                <a16:creationId xmlns:a16="http://schemas.microsoft.com/office/drawing/2014/main" id="{469ED97F-6CDE-1EE8-6602-FE9CC4D73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355026"/>
            <a:ext cx="7835900" cy="1029274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r>
              <a:rPr>
                <a:solidFill>
                  <a:schemeClr val="accent1"/>
                </a:solidFill>
                <a:latin typeface="Pretendard"/>
                <a:ea typeface="Pretendard"/>
                <a:cs typeface="Pretendard"/>
              </a:rPr>
              <a:t>ROS_LOCALHOST_ONLY</a:t>
            </a:r>
          </a:p>
        </p:txBody>
      </p:sp>
      <p:sp>
        <p:nvSpPr>
          <p:cNvPr id="2" name="Google Shape;534;p58">
            <a:extLst>
              <a:ext uri="{FF2B5EF4-FFF2-40B4-BE49-F238E27FC236}">
                <a16:creationId xmlns:a16="http://schemas.microsoft.com/office/drawing/2014/main" id="{A4A94F3C-B1B2-7289-7098-7C66C8A291D6}"/>
              </a:ext>
            </a:extLst>
          </p:cNvPr>
          <p:cNvSpPr>
            <a:spLocks noGrp="1"/>
          </p:cNvSpPr>
          <p:nvPr/>
        </p:nvSpPr>
        <p:spPr>
          <a:xfrm>
            <a:off x="5560261" y="2084744"/>
            <a:ext cx="5537200" cy="3801706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2000" b="1">
                <a:latin typeface="Pretendard"/>
                <a:ea typeface="Pretendard"/>
                <a:cs typeface="Pretendard"/>
              </a:rPr>
              <a:t>ROS_LOCALHOST_ONLY=0</a:t>
            </a:r>
            <a:endParaRPr sz="2000" b="1"/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endParaRPr sz="1400">
              <a:latin typeface="Pretendard"/>
              <a:ea typeface="Pretendard"/>
              <a:cs typeface="Pretendard"/>
            </a:endParaRP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Ethernet·Wi-Fi Interface 허용</a:t>
            </a:r>
            <a:endParaRPr sz="1400"/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외부 DDS Participant 탐색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PC·Jetson 양쪽에 설정</a:t>
            </a:r>
            <a:endParaRPr sz="1400"/>
          </a:p>
        </p:txBody>
      </p:sp>
      <p:sp>
        <p:nvSpPr>
          <p:cNvPr id="3" name="Google Shape;534;p58">
            <a:extLst>
              <a:ext uri="{FF2B5EF4-FFF2-40B4-BE49-F238E27FC236}">
                <a16:creationId xmlns:a16="http://schemas.microsoft.com/office/drawing/2014/main" id="{FD46BF2A-8122-2E0A-E8CC-886653CF64DA}"/>
              </a:ext>
            </a:extLst>
          </p:cNvPr>
          <p:cNvSpPr>
            <a:spLocks noGrp="1"/>
          </p:cNvSpPr>
          <p:nvPr/>
        </p:nvSpPr>
        <p:spPr>
          <a:xfrm>
            <a:off x="393700" y="1310936"/>
            <a:ext cx="5537200" cy="719318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2000">
                <a:latin typeface="Pretendard"/>
                <a:ea typeface="Pretendard"/>
                <a:cs typeface="Pretendard"/>
              </a:rPr>
              <a:t>외부 장비와 통신하려면 Loopback 제한 해제</a:t>
            </a:r>
          </a:p>
        </p:txBody>
      </p:sp>
    </p:spTree>
    <p:extLst>
      <p:ext uri="{BB962C8B-B14F-4D97-AF65-F5344CB8AC3E}">
        <p14:creationId xmlns:p14="http://schemas.microsoft.com/office/powerpoint/2010/main" val="5462217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BFDE1-0F2B-93DB-D42D-5882F39F9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58">
            <a:extLst>
              <a:ext uri="{FF2B5EF4-FFF2-40B4-BE49-F238E27FC236}">
                <a16:creationId xmlns:a16="http://schemas.microsoft.com/office/drawing/2014/main" id="{64F91083-265E-F397-EF6B-E7F8CE68D8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800" y="2084744"/>
            <a:ext cx="5537200" cy="3801706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2000" b="1">
                <a:latin typeface="Pretendard"/>
                <a:ea typeface="Pretendard"/>
                <a:cs typeface="Pretendard"/>
              </a:rPr>
              <a:t>ROS_LOCALHOST_ONLY=1</a:t>
            </a:r>
            <a:endParaRPr sz="2000" b="1"/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endParaRPr sz="1400">
              <a:latin typeface="Pretendard"/>
              <a:ea typeface="Pretendard"/>
              <a:cs typeface="Pretendard"/>
            </a:endParaRP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127.0.0.1 내부 통신만 허용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자기 장비 Node만 발견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PC–Jetson 통신 차단</a:t>
            </a:r>
          </a:p>
        </p:txBody>
      </p:sp>
      <p:sp>
        <p:nvSpPr>
          <p:cNvPr id="532" name="Google Shape;532;p58">
            <a:extLst>
              <a:ext uri="{FF2B5EF4-FFF2-40B4-BE49-F238E27FC236}">
                <a16:creationId xmlns:a16="http://schemas.microsoft.com/office/drawing/2014/main" id="{8696B0AB-40DF-4876-DD17-003B8DE0F23C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b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fld id="{2DD23107-4986-8758-3A93-3D74F35908CC}" type="slidenum">
              <a:rPr>
                <a:latin typeface="Pretendard"/>
                <a:ea typeface="Pretendard"/>
                <a:cs typeface="Pretendard"/>
              </a:rPr>
              <a:t>12</a:t>
            </a:fld>
            <a:endParaRPr/>
          </a:p>
        </p:txBody>
      </p:sp>
      <p:sp>
        <p:nvSpPr>
          <p:cNvPr id="533" name="Google Shape;533;p58">
            <a:extLst>
              <a:ext uri="{FF2B5EF4-FFF2-40B4-BE49-F238E27FC236}">
                <a16:creationId xmlns:a16="http://schemas.microsoft.com/office/drawing/2014/main" id="{705A640B-BA62-2114-EC70-366E593EAF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355026"/>
            <a:ext cx="7835900" cy="1029274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r>
              <a:rPr>
                <a:solidFill>
                  <a:schemeClr val="accent1"/>
                </a:solidFill>
                <a:latin typeface="Pretendard"/>
                <a:ea typeface="Pretendard"/>
                <a:cs typeface="Pretendard"/>
              </a:rPr>
              <a:t>ROS_LOCALHOST_ONLY</a:t>
            </a:r>
          </a:p>
        </p:txBody>
      </p:sp>
      <p:sp>
        <p:nvSpPr>
          <p:cNvPr id="2" name="Google Shape;534;p58">
            <a:extLst>
              <a:ext uri="{FF2B5EF4-FFF2-40B4-BE49-F238E27FC236}">
                <a16:creationId xmlns:a16="http://schemas.microsoft.com/office/drawing/2014/main" id="{95CC81DE-0C7B-2211-AAA6-DC9BC357720A}"/>
              </a:ext>
            </a:extLst>
          </p:cNvPr>
          <p:cNvSpPr>
            <a:spLocks noGrp="1"/>
          </p:cNvSpPr>
          <p:nvPr/>
        </p:nvSpPr>
        <p:spPr>
          <a:xfrm>
            <a:off x="5560261" y="2084744"/>
            <a:ext cx="5537200" cy="3801706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2000" b="1">
                <a:latin typeface="Pretendard"/>
                <a:ea typeface="Pretendard"/>
                <a:cs typeface="Pretendard"/>
              </a:rPr>
              <a:t>ROS_LOCALHOST_ONLY=0</a:t>
            </a:r>
            <a:endParaRPr sz="2000" b="1"/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endParaRPr sz="1400">
              <a:latin typeface="Pretendard"/>
              <a:ea typeface="Pretendard"/>
              <a:cs typeface="Pretendard"/>
            </a:endParaRP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Ethernet·Wi-Fi Interface 허용</a:t>
            </a:r>
            <a:endParaRPr sz="1400"/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외부 DDS Participant 탐색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PC·Jetson 양쪽에 설정</a:t>
            </a:r>
            <a:endParaRPr sz="1400"/>
          </a:p>
        </p:txBody>
      </p:sp>
      <p:sp>
        <p:nvSpPr>
          <p:cNvPr id="3" name="Google Shape;534;p58">
            <a:extLst>
              <a:ext uri="{FF2B5EF4-FFF2-40B4-BE49-F238E27FC236}">
                <a16:creationId xmlns:a16="http://schemas.microsoft.com/office/drawing/2014/main" id="{489727C5-4BC2-C47D-B836-827D72DB6A1D}"/>
              </a:ext>
            </a:extLst>
          </p:cNvPr>
          <p:cNvSpPr>
            <a:spLocks noGrp="1"/>
          </p:cNvSpPr>
          <p:nvPr/>
        </p:nvSpPr>
        <p:spPr>
          <a:xfrm>
            <a:off x="393700" y="1310936"/>
            <a:ext cx="5537200" cy="719318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2000">
                <a:latin typeface="Pretendard"/>
                <a:ea typeface="Pretendard"/>
                <a:cs typeface="Pretendard"/>
              </a:rPr>
              <a:t>외부 장비와 통신하려면 Loopback 제한 해제</a:t>
            </a:r>
          </a:p>
        </p:txBody>
      </p:sp>
    </p:spTree>
    <p:extLst>
      <p:ext uri="{BB962C8B-B14F-4D97-AF65-F5344CB8AC3E}">
        <p14:creationId xmlns:p14="http://schemas.microsoft.com/office/powerpoint/2010/main" val="11767045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58">
            <a:extLst>
              <a:ext uri="{FF2B5EF4-FFF2-40B4-BE49-F238E27FC236}">
                <a16:creationId xmlns:a16="http://schemas.microsoft.com/office/drawing/2014/main" id="{CAD38C25-48AC-5A29-D53A-82080FAF926E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b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fld id="{327921A4-25C4-3DB4-06B1-32693CEE2241}" type="slidenum">
              <a:rPr>
                <a:latin typeface="Pretendard"/>
                <a:ea typeface="Pretendard"/>
                <a:cs typeface="Pretendard"/>
              </a:rPr>
              <a:t>13</a:t>
            </a:fld>
            <a:endParaRPr/>
          </a:p>
        </p:txBody>
      </p:sp>
      <p:sp>
        <p:nvSpPr>
          <p:cNvPr id="533" name="Google Shape;533;p58">
            <a:extLst>
              <a:ext uri="{FF2B5EF4-FFF2-40B4-BE49-F238E27FC236}">
                <a16:creationId xmlns:a16="http://schemas.microsoft.com/office/drawing/2014/main" id="{33E8FE18-95DE-C7EA-9E95-10B8218936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699" y="344009"/>
            <a:ext cx="11404599" cy="595791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r>
              <a:rPr>
                <a:solidFill>
                  <a:schemeClr val="accent1"/>
                </a:solidFill>
                <a:latin typeface="Pretendard"/>
                <a:ea typeface="Pretendard"/>
                <a:cs typeface="Pretendard"/>
              </a:rPr>
              <a:t>RMW_IMPLEMENTATION</a:t>
            </a:r>
          </a:p>
        </p:txBody>
      </p:sp>
      <p:sp>
        <p:nvSpPr>
          <p:cNvPr id="12" name="Google Shape;534;p58">
            <a:extLst>
              <a:ext uri="{FF2B5EF4-FFF2-40B4-BE49-F238E27FC236}">
                <a16:creationId xmlns:a16="http://schemas.microsoft.com/office/drawing/2014/main" id="{F393FB38-1005-6250-1642-93C1A76E0B77}"/>
              </a:ext>
            </a:extLst>
          </p:cNvPr>
          <p:cNvSpPr>
            <a:spLocks noGrp="1"/>
          </p:cNvSpPr>
          <p:nvPr/>
        </p:nvSpPr>
        <p:spPr>
          <a:xfrm>
            <a:off x="393700" y="1649094"/>
            <a:ext cx="11404600" cy="2313306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>
                <a:latin typeface="Pretendard"/>
                <a:ea typeface="Pretendard"/>
                <a:cs typeface="Pretendard"/>
              </a:rPr>
              <a:t>• rclpy 요청을 DDS 구현체 동작으로 변환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>
                <a:latin typeface="Pretendard"/>
                <a:ea typeface="Pretendard"/>
                <a:cs typeface="Pretendard"/>
              </a:rPr>
              <a:t>• Fast DDS 구현: rmw_fastrtps_cpp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>
                <a:latin typeface="Pretendard"/>
                <a:ea typeface="Pretendard"/>
                <a:cs typeface="Pretendard"/>
              </a:rPr>
              <a:t>• 실습에서 PC·Jetson 모두 같은 값 사용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>
                <a:latin typeface="Pretendard"/>
                <a:ea typeface="Pretendard"/>
                <a:cs typeface="Pretendard"/>
              </a:rPr>
              <a:t>• 구현체 차이를 장애 변수에서 제외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>
                <a:latin typeface="Pretendard"/>
                <a:ea typeface="Pretendard"/>
                <a:cs typeface="Pretendard"/>
              </a:rPr>
              <a:t>• 환경 변경 후 새 Process에 적용</a:t>
            </a:r>
          </a:p>
        </p:txBody>
      </p:sp>
      <p:sp>
        <p:nvSpPr>
          <p:cNvPr id="13" name="Google Shape;534;p58">
            <a:extLst>
              <a:ext uri="{FF2B5EF4-FFF2-40B4-BE49-F238E27FC236}">
                <a16:creationId xmlns:a16="http://schemas.microsoft.com/office/drawing/2014/main" id="{A0F4C075-109A-7DDE-18C9-18F128552C24}"/>
              </a:ext>
            </a:extLst>
          </p:cNvPr>
          <p:cNvSpPr>
            <a:spLocks noGrp="1"/>
          </p:cNvSpPr>
          <p:nvPr/>
        </p:nvSpPr>
        <p:spPr>
          <a:xfrm>
            <a:off x="393699" y="1146566"/>
            <a:ext cx="11404599" cy="402442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2000">
                <a:latin typeface="Pretendard"/>
                <a:ea typeface="Pretendard"/>
                <a:cs typeface="Pretendard"/>
              </a:rPr>
              <a:t>ROS 2 API와 실제 DDS 구현체를 연결하는 계층</a:t>
            </a:r>
          </a:p>
        </p:txBody>
      </p:sp>
    </p:spTree>
    <p:extLst>
      <p:ext uri="{BB962C8B-B14F-4D97-AF65-F5344CB8AC3E}">
        <p14:creationId xmlns:p14="http://schemas.microsoft.com/office/powerpoint/2010/main" val="21795353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58">
            <a:extLst>
              <a:ext uri="{FF2B5EF4-FFF2-40B4-BE49-F238E27FC236}">
                <a16:creationId xmlns:a16="http://schemas.microsoft.com/office/drawing/2014/main" id="{C936F667-D10C-5292-AA3B-96BE2CAC84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2192694"/>
            <a:ext cx="5537200" cy="3801706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 dirty="0">
                <a:latin typeface="Pretendard"/>
                <a:ea typeface="Pretendard"/>
                <a:cs typeface="Pretendard"/>
              </a:rPr>
              <a:t>PC·WSL2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endParaRPr sz="1400" dirty="0"/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 dirty="0">
                <a:latin typeface="Pretendard"/>
                <a:ea typeface="Pretendard"/>
                <a:cs typeface="Pretendard"/>
              </a:rPr>
              <a:t>• source /opt/</a:t>
            </a:r>
            <a:r>
              <a:rPr sz="1400" dirty="0" err="1">
                <a:latin typeface="Pretendard"/>
                <a:ea typeface="Pretendard"/>
                <a:cs typeface="Pretendard"/>
              </a:rPr>
              <a:t>ros</a:t>
            </a:r>
            <a:r>
              <a:rPr sz="1400" dirty="0">
                <a:latin typeface="Pretendard"/>
                <a:ea typeface="Pretendard"/>
                <a:cs typeface="Pretendard"/>
              </a:rPr>
              <a:t>/humble/</a:t>
            </a:r>
            <a:r>
              <a:rPr sz="1400" dirty="0" err="1">
                <a:latin typeface="Pretendard"/>
                <a:ea typeface="Pretendard"/>
                <a:cs typeface="Pretendard"/>
              </a:rPr>
              <a:t>setup.bash</a:t>
            </a:r>
            <a:endParaRPr sz="1400" dirty="0">
              <a:latin typeface="Pretendard"/>
              <a:ea typeface="Pretendard"/>
              <a:cs typeface="Pretendard"/>
            </a:endParaRP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 dirty="0">
                <a:latin typeface="Pretendard"/>
                <a:ea typeface="Pretendard"/>
                <a:cs typeface="Pretendard"/>
              </a:rPr>
              <a:t>• source ~/week4/install/</a:t>
            </a:r>
            <a:r>
              <a:rPr sz="1400" dirty="0" err="1">
                <a:latin typeface="Pretendard"/>
                <a:ea typeface="Pretendard"/>
                <a:cs typeface="Pretendard"/>
              </a:rPr>
              <a:t>setup.bash</a:t>
            </a:r>
            <a:endParaRPr sz="1400" dirty="0">
              <a:latin typeface="Pretendard"/>
              <a:ea typeface="Pretendard"/>
              <a:cs typeface="Pretendard"/>
            </a:endParaRP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 dirty="0">
                <a:latin typeface="Pretendard"/>
                <a:ea typeface="Pretendard"/>
                <a:cs typeface="Pretendard"/>
              </a:rPr>
              <a:t>• ROS_DOMAIN_ID=30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 dirty="0">
                <a:latin typeface="Pretendard"/>
                <a:ea typeface="Pretendard"/>
                <a:cs typeface="Pretendard"/>
              </a:rPr>
              <a:t>• ROS_LOCALHOST_ONLY=0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 dirty="0">
                <a:latin typeface="Pretendard"/>
                <a:ea typeface="Pretendard"/>
                <a:cs typeface="Pretendard"/>
              </a:rPr>
              <a:t>• RMW_IMPLEMENTATION=</a:t>
            </a:r>
            <a:r>
              <a:rPr sz="1400" dirty="0" err="1">
                <a:latin typeface="Pretendard"/>
                <a:ea typeface="Pretendard"/>
                <a:cs typeface="Pretendard"/>
              </a:rPr>
              <a:t>rmw_fastrtps_cpp</a:t>
            </a:r>
            <a:endParaRPr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32" name="Google Shape;532;p58">
            <a:extLst>
              <a:ext uri="{FF2B5EF4-FFF2-40B4-BE49-F238E27FC236}">
                <a16:creationId xmlns:a16="http://schemas.microsoft.com/office/drawing/2014/main" id="{C5959EFF-52C4-5B31-3FCE-BFF3A75CF3CF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b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fld id="{EA83FA91-883A-0168-8075-96CEB9DCA3C2}" type="slidenum">
              <a:rPr>
                <a:latin typeface="Pretendard"/>
                <a:ea typeface="Pretendard"/>
                <a:cs typeface="Pretendard"/>
              </a:rPr>
              <a:t>14</a:t>
            </a:fld>
            <a:endParaRPr/>
          </a:p>
        </p:txBody>
      </p:sp>
      <p:sp>
        <p:nvSpPr>
          <p:cNvPr id="533" name="Google Shape;533;p58">
            <a:extLst>
              <a:ext uri="{FF2B5EF4-FFF2-40B4-BE49-F238E27FC236}">
                <a16:creationId xmlns:a16="http://schemas.microsoft.com/office/drawing/2014/main" id="{469ED97F-6CDE-1EE8-6602-FE9CC4D73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355026"/>
            <a:ext cx="7835900" cy="1029274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r>
              <a:rPr>
                <a:solidFill>
                  <a:schemeClr val="accent1"/>
                </a:solidFill>
                <a:latin typeface="Pretendard"/>
                <a:ea typeface="Pretendard"/>
                <a:cs typeface="Pretendard"/>
              </a:rPr>
              <a:t>양쪽 환경 통일</a:t>
            </a:r>
          </a:p>
        </p:txBody>
      </p:sp>
      <p:sp>
        <p:nvSpPr>
          <p:cNvPr id="2" name="Google Shape;534;p58">
            <a:extLst>
              <a:ext uri="{FF2B5EF4-FFF2-40B4-BE49-F238E27FC236}">
                <a16:creationId xmlns:a16="http://schemas.microsoft.com/office/drawing/2014/main" id="{A4A94F3C-B1B2-7289-7098-7C66C8A291D6}"/>
              </a:ext>
            </a:extLst>
          </p:cNvPr>
          <p:cNvSpPr>
            <a:spLocks noGrp="1"/>
          </p:cNvSpPr>
          <p:nvPr/>
        </p:nvSpPr>
        <p:spPr>
          <a:xfrm>
            <a:off x="6265111" y="2192694"/>
            <a:ext cx="5537200" cy="3801706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Jetson</a:t>
            </a:r>
            <a:endParaRPr sz="1400"/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endParaRPr sz="1400"/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source ~/ros2_base/install/setup.bash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source ~/week4/install/setup.bash</a:t>
            </a:r>
            <a:endParaRPr sz="1400"/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ROS_DOMAIN_ID=30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ROS_LOCALHOST_ONLY=0</a:t>
            </a:r>
            <a:endParaRPr sz="1400"/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RMW_IMPLEMENTATION=rmw_fastrtps_cpp</a:t>
            </a:r>
            <a:endParaRPr sz="1400"/>
          </a:p>
        </p:txBody>
      </p:sp>
      <p:sp>
        <p:nvSpPr>
          <p:cNvPr id="3" name="Google Shape;534;p58">
            <a:extLst>
              <a:ext uri="{FF2B5EF4-FFF2-40B4-BE49-F238E27FC236}">
                <a16:creationId xmlns:a16="http://schemas.microsoft.com/office/drawing/2014/main" id="{FD46BF2A-8122-2E0A-E8CC-886653CF64DA}"/>
              </a:ext>
            </a:extLst>
          </p:cNvPr>
          <p:cNvSpPr>
            <a:spLocks noGrp="1"/>
          </p:cNvSpPr>
          <p:nvPr/>
        </p:nvSpPr>
        <p:spPr>
          <a:xfrm>
            <a:off x="393700" y="1310936"/>
            <a:ext cx="5537200" cy="719318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2000" b="1" dirty="0">
                <a:latin typeface="Pretendard"/>
                <a:ea typeface="Pretendard"/>
                <a:cs typeface="Pretendard"/>
              </a:rPr>
              <a:t>ROS </a:t>
            </a:r>
            <a:r>
              <a:rPr sz="2000" b="1" dirty="0" err="1">
                <a:latin typeface="Pretendard"/>
                <a:ea typeface="Pretendard"/>
                <a:cs typeface="Pretendard"/>
              </a:rPr>
              <a:t>설치</a:t>
            </a:r>
            <a:r>
              <a:rPr sz="2000" b="1" dirty="0">
                <a:latin typeface="Pretendard"/>
                <a:ea typeface="Pretendard"/>
                <a:cs typeface="Pretendard"/>
              </a:rPr>
              <a:t> </a:t>
            </a:r>
            <a:r>
              <a:rPr sz="2000" b="1" dirty="0" err="1">
                <a:latin typeface="Pretendard"/>
                <a:ea typeface="Pretendard"/>
                <a:cs typeface="Pretendard"/>
              </a:rPr>
              <a:t>경로는</a:t>
            </a:r>
            <a:r>
              <a:rPr sz="2000" b="1" dirty="0">
                <a:latin typeface="Pretendard"/>
                <a:ea typeface="Pretendard"/>
                <a:cs typeface="Pretendard"/>
              </a:rPr>
              <a:t> </a:t>
            </a:r>
            <a:r>
              <a:rPr sz="2000" b="1" dirty="0" err="1">
                <a:latin typeface="Pretendard"/>
                <a:ea typeface="Pretendard"/>
                <a:cs typeface="Pretendard"/>
              </a:rPr>
              <a:t>달라도</a:t>
            </a:r>
            <a:r>
              <a:rPr sz="2000" b="1" dirty="0">
                <a:latin typeface="Pretendard"/>
                <a:ea typeface="Pretendard"/>
                <a:cs typeface="Pretendard"/>
              </a:rPr>
              <a:t> DDS </a:t>
            </a:r>
            <a:r>
              <a:rPr sz="2000" b="1" dirty="0" err="1">
                <a:latin typeface="Pretendard"/>
                <a:ea typeface="Pretendard"/>
                <a:cs typeface="Pretendard"/>
              </a:rPr>
              <a:t>환경값은</a:t>
            </a:r>
            <a:r>
              <a:rPr sz="2000" b="1" dirty="0">
                <a:latin typeface="Pretendard"/>
                <a:ea typeface="Pretendard"/>
                <a:cs typeface="Pretendard"/>
              </a:rPr>
              <a:t> </a:t>
            </a:r>
            <a:r>
              <a:rPr sz="2000" b="1" dirty="0" err="1">
                <a:latin typeface="Pretendard"/>
                <a:ea typeface="Pretendard"/>
                <a:cs typeface="Pretendard"/>
              </a:rPr>
              <a:t>동일하게</a:t>
            </a:r>
            <a:r>
              <a:rPr sz="2000" b="1" dirty="0">
                <a:latin typeface="Pretendard"/>
                <a:ea typeface="Pretendard"/>
                <a:cs typeface="Pretendard"/>
              </a:rPr>
              <a:t> </a:t>
            </a:r>
            <a:r>
              <a:rPr sz="2000" b="1" dirty="0" err="1">
                <a:latin typeface="Pretendard"/>
                <a:ea typeface="Pretendard"/>
                <a:cs typeface="Pretendard"/>
              </a:rPr>
              <a:t>구성</a:t>
            </a:r>
            <a:endParaRPr sz="2000" b="1" dirty="0">
              <a:latin typeface="Pretendard"/>
              <a:ea typeface="Pretendard"/>
              <a:cs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5462217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58">
            <a:extLst>
              <a:ext uri="{FF2B5EF4-FFF2-40B4-BE49-F238E27FC236}">
                <a16:creationId xmlns:a16="http://schemas.microsoft.com/office/drawing/2014/main" id="{CAD38C25-48AC-5A29-D53A-82080FAF926E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b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fld id="{DC9C7607-4BA3-B4DC-A00F-2E67A9FCFF7E}" type="slidenum">
              <a:rPr>
                <a:latin typeface="Pretendard"/>
                <a:ea typeface="Pretendard"/>
                <a:cs typeface="Pretendard"/>
              </a:rPr>
              <a:t>15</a:t>
            </a:fld>
            <a:endParaRPr/>
          </a:p>
        </p:txBody>
      </p:sp>
      <p:sp>
        <p:nvSpPr>
          <p:cNvPr id="533" name="Google Shape;533;p58">
            <a:extLst>
              <a:ext uri="{FF2B5EF4-FFF2-40B4-BE49-F238E27FC236}">
                <a16:creationId xmlns:a16="http://schemas.microsoft.com/office/drawing/2014/main" id="{33E8FE18-95DE-C7EA-9E95-10B8218936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699" y="344009"/>
            <a:ext cx="11404599" cy="595791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r>
              <a:rPr>
                <a:solidFill>
                  <a:schemeClr val="accent1"/>
                </a:solidFill>
                <a:latin typeface="Pretendard"/>
                <a:ea typeface="Pretendard"/>
                <a:cs typeface="Pretendard"/>
              </a:rPr>
              <a:t>QoS 기초</a:t>
            </a:r>
          </a:p>
        </p:txBody>
      </p:sp>
      <p:sp>
        <p:nvSpPr>
          <p:cNvPr id="12" name="Google Shape;534;p58">
            <a:extLst>
              <a:ext uri="{FF2B5EF4-FFF2-40B4-BE49-F238E27FC236}">
                <a16:creationId xmlns:a16="http://schemas.microsoft.com/office/drawing/2014/main" id="{F393FB38-1005-6250-1642-93C1A76E0B77}"/>
              </a:ext>
            </a:extLst>
          </p:cNvPr>
          <p:cNvSpPr>
            <a:spLocks noGrp="1"/>
          </p:cNvSpPr>
          <p:nvPr/>
        </p:nvSpPr>
        <p:spPr>
          <a:xfrm>
            <a:off x="393700" y="1649094"/>
            <a:ext cx="11404600" cy="2313306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>
                <a:latin typeface="Pretendard"/>
                <a:ea typeface="Pretendard"/>
                <a:cs typeface="Pretendard"/>
              </a:rPr>
              <a:t>• History: 보관 방식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>
                <a:latin typeface="Pretendard"/>
                <a:ea typeface="Pretendard"/>
                <a:cs typeface="Pretendard"/>
              </a:rPr>
              <a:t>• Depth: Queue에 유지할 Message 수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>
                <a:latin typeface="Pretendard"/>
                <a:ea typeface="Pretendard"/>
                <a:cs typeface="Pretendard"/>
              </a:rPr>
              <a:t>• Reliability: 재전송과 전달 우선순위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>
                <a:latin typeface="Pretendard"/>
                <a:ea typeface="Pretendard"/>
                <a:cs typeface="Pretendard"/>
              </a:rPr>
              <a:t>• Durability: 늦게 연결된 Subscriber의 과거 데이터 처리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>
                <a:latin typeface="Pretendard"/>
                <a:ea typeface="Pretendard"/>
                <a:cs typeface="Pretendard"/>
              </a:rPr>
              <a:t>• 이번 실습은 Reliability 호환성에 집중</a:t>
            </a:r>
          </a:p>
        </p:txBody>
      </p:sp>
      <p:sp>
        <p:nvSpPr>
          <p:cNvPr id="13" name="Google Shape;534;p58">
            <a:extLst>
              <a:ext uri="{FF2B5EF4-FFF2-40B4-BE49-F238E27FC236}">
                <a16:creationId xmlns:a16="http://schemas.microsoft.com/office/drawing/2014/main" id="{A0F4C075-109A-7DDE-18C9-18F128552C24}"/>
              </a:ext>
            </a:extLst>
          </p:cNvPr>
          <p:cNvSpPr>
            <a:spLocks noGrp="1"/>
          </p:cNvSpPr>
          <p:nvPr/>
        </p:nvSpPr>
        <p:spPr>
          <a:xfrm>
            <a:off x="393699" y="1146566"/>
            <a:ext cx="11404599" cy="402442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2000" dirty="0" err="1">
                <a:latin typeface="Pretendard"/>
                <a:ea typeface="Pretendard"/>
                <a:cs typeface="Pretendard"/>
              </a:rPr>
              <a:t>통신</a:t>
            </a:r>
            <a:r>
              <a:rPr sz="2000" dirty="0">
                <a:latin typeface="Pretendard"/>
                <a:ea typeface="Pretendard"/>
                <a:cs typeface="Pretendard"/>
              </a:rPr>
              <a:t> </a:t>
            </a:r>
            <a:r>
              <a:rPr sz="2000" dirty="0" err="1">
                <a:latin typeface="Pretendard"/>
                <a:ea typeface="Pretendard"/>
                <a:cs typeface="Pretendard"/>
              </a:rPr>
              <a:t>환경에</a:t>
            </a:r>
            <a:r>
              <a:rPr sz="2000" dirty="0">
                <a:latin typeface="Pretendard"/>
                <a:ea typeface="Pretendard"/>
                <a:cs typeface="Pretendard"/>
              </a:rPr>
              <a:t> </a:t>
            </a:r>
            <a:r>
              <a:rPr sz="2000" dirty="0" err="1">
                <a:latin typeface="Pretendard"/>
                <a:ea typeface="Pretendard"/>
                <a:cs typeface="Pretendard"/>
              </a:rPr>
              <a:t>맞춰</a:t>
            </a:r>
            <a:r>
              <a:rPr sz="2000" dirty="0">
                <a:latin typeface="Pretendard"/>
                <a:ea typeface="Pretendard"/>
                <a:cs typeface="Pretendard"/>
              </a:rPr>
              <a:t> </a:t>
            </a:r>
            <a:r>
              <a:rPr sz="2000" dirty="0" err="1">
                <a:latin typeface="Pretendard"/>
                <a:ea typeface="Pretendard"/>
                <a:cs typeface="Pretendard"/>
              </a:rPr>
              <a:t>데이터</a:t>
            </a:r>
            <a:r>
              <a:rPr sz="2000" dirty="0">
                <a:latin typeface="Pretendard"/>
                <a:ea typeface="Pretendard"/>
                <a:cs typeface="Pretendard"/>
              </a:rPr>
              <a:t> </a:t>
            </a:r>
            <a:r>
              <a:rPr sz="2000" dirty="0" err="1">
                <a:latin typeface="Pretendard"/>
                <a:ea typeface="Pretendard"/>
                <a:cs typeface="Pretendard"/>
              </a:rPr>
              <a:t>전달</a:t>
            </a:r>
            <a:r>
              <a:rPr sz="2000" dirty="0">
                <a:latin typeface="Pretendard"/>
                <a:ea typeface="Pretendard"/>
                <a:cs typeface="Pretendard"/>
              </a:rPr>
              <a:t> </a:t>
            </a:r>
            <a:r>
              <a:rPr sz="2000" dirty="0" err="1">
                <a:latin typeface="Pretendard"/>
                <a:ea typeface="Pretendard"/>
                <a:cs typeface="Pretendard"/>
              </a:rPr>
              <a:t>정책을</a:t>
            </a:r>
            <a:r>
              <a:rPr sz="2000" dirty="0">
                <a:latin typeface="Pretendard"/>
                <a:ea typeface="Pretendard"/>
                <a:cs typeface="Pretendard"/>
              </a:rPr>
              <a:t> </a:t>
            </a:r>
            <a:r>
              <a:rPr sz="2000" dirty="0" err="1">
                <a:latin typeface="Pretendard"/>
                <a:ea typeface="Pretendard"/>
                <a:cs typeface="Pretendard"/>
              </a:rPr>
              <a:t>지정하는</a:t>
            </a:r>
            <a:r>
              <a:rPr sz="2000" dirty="0">
                <a:latin typeface="Pretendard"/>
                <a:ea typeface="Pretendard"/>
                <a:cs typeface="Pretendard"/>
              </a:rPr>
              <a:t> Endpoint </a:t>
            </a:r>
            <a:r>
              <a:rPr sz="2000" dirty="0" err="1">
                <a:latin typeface="Pretendard"/>
                <a:ea typeface="Pretendard"/>
                <a:cs typeface="Pretendard"/>
              </a:rPr>
              <a:t>계약</a:t>
            </a:r>
            <a:endParaRPr sz="2000" dirty="0">
              <a:latin typeface="Pretendard"/>
              <a:ea typeface="Pretendard"/>
              <a:cs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21795353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58">
            <a:extLst>
              <a:ext uri="{FF2B5EF4-FFF2-40B4-BE49-F238E27FC236}">
                <a16:creationId xmlns:a16="http://schemas.microsoft.com/office/drawing/2014/main" id="{C936F667-D10C-5292-AA3B-96BE2CAC84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800" y="2084744"/>
            <a:ext cx="5537200" cy="3801706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2000" b="1">
                <a:latin typeface="Pretendard"/>
                <a:ea typeface="Pretendard"/>
                <a:cs typeface="Pretendard"/>
              </a:rPr>
              <a:t>RELIABLE</a:t>
            </a:r>
            <a:endParaRPr sz="2000" b="1"/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endParaRPr sz="1400">
              <a:latin typeface="Pretendard"/>
              <a:ea typeface="Pretendard"/>
              <a:cs typeface="Pretendard"/>
            </a:endParaRP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손실 시 재전송 시도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전달 누락 최소화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지연·Network 부하 증가 가능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제어 명령·상태 변경에 적합</a:t>
            </a:r>
          </a:p>
        </p:txBody>
      </p:sp>
      <p:sp>
        <p:nvSpPr>
          <p:cNvPr id="532" name="Google Shape;532;p58">
            <a:extLst>
              <a:ext uri="{FF2B5EF4-FFF2-40B4-BE49-F238E27FC236}">
                <a16:creationId xmlns:a16="http://schemas.microsoft.com/office/drawing/2014/main" id="{C5959EFF-52C4-5B31-3FCE-BFF3A75CF3CF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b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fld id="{90F7333B-44AC-F7E9-D49D-FE92F45E0477}" type="slidenum">
              <a:rPr>
                <a:latin typeface="Pretendard"/>
                <a:ea typeface="Pretendard"/>
                <a:cs typeface="Pretendard"/>
              </a:rPr>
              <a:t>16</a:t>
            </a:fld>
            <a:endParaRPr/>
          </a:p>
        </p:txBody>
      </p:sp>
      <p:sp>
        <p:nvSpPr>
          <p:cNvPr id="533" name="Google Shape;533;p58">
            <a:extLst>
              <a:ext uri="{FF2B5EF4-FFF2-40B4-BE49-F238E27FC236}">
                <a16:creationId xmlns:a16="http://schemas.microsoft.com/office/drawing/2014/main" id="{469ED97F-6CDE-1EE8-6602-FE9CC4D73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355026"/>
            <a:ext cx="7835900" cy="1029274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r>
              <a:rPr>
                <a:solidFill>
                  <a:schemeClr val="accent1"/>
                </a:solidFill>
                <a:latin typeface="Pretendard"/>
                <a:ea typeface="Pretendard"/>
                <a:cs typeface="Pretendard"/>
              </a:rPr>
              <a:t>RELIABLE·BEST_EFFORT</a:t>
            </a:r>
          </a:p>
        </p:txBody>
      </p:sp>
      <p:sp>
        <p:nvSpPr>
          <p:cNvPr id="2" name="Google Shape;534;p58">
            <a:extLst>
              <a:ext uri="{FF2B5EF4-FFF2-40B4-BE49-F238E27FC236}">
                <a16:creationId xmlns:a16="http://schemas.microsoft.com/office/drawing/2014/main" id="{A4A94F3C-B1B2-7289-7098-7C66C8A291D6}"/>
              </a:ext>
            </a:extLst>
          </p:cNvPr>
          <p:cNvSpPr>
            <a:spLocks noGrp="1"/>
          </p:cNvSpPr>
          <p:nvPr/>
        </p:nvSpPr>
        <p:spPr>
          <a:xfrm>
            <a:off x="5560261" y="2084744"/>
            <a:ext cx="5537200" cy="3801706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2000" b="1">
                <a:latin typeface="Pretendard"/>
                <a:ea typeface="Pretendard"/>
                <a:cs typeface="Pretendard"/>
              </a:rPr>
              <a:t>BEST_EFFORT</a:t>
            </a:r>
            <a:endParaRPr sz="2000" b="1"/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endParaRPr sz="1400">
              <a:latin typeface="Pretendard"/>
              <a:ea typeface="Pretendard"/>
              <a:cs typeface="Pretendard"/>
            </a:endParaRP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손실 Message 재전송 없음</a:t>
            </a:r>
            <a:endParaRPr sz="1400"/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최신 데이터 처리 우선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낮은 지연·고주파 Stream</a:t>
            </a:r>
            <a:endParaRPr sz="1400"/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>
                <a:latin typeface="Pretendard"/>
                <a:ea typeface="Pretendard"/>
                <a:cs typeface="Pretendard"/>
              </a:rPr>
              <a:t>• Sensor·Camera 데이터에 적합</a:t>
            </a:r>
            <a:endParaRPr sz="1400"/>
          </a:p>
        </p:txBody>
      </p:sp>
      <p:sp>
        <p:nvSpPr>
          <p:cNvPr id="3" name="Google Shape;534;p58">
            <a:extLst>
              <a:ext uri="{FF2B5EF4-FFF2-40B4-BE49-F238E27FC236}">
                <a16:creationId xmlns:a16="http://schemas.microsoft.com/office/drawing/2014/main" id="{FD46BF2A-8122-2E0A-E8CC-886653CF64DA}"/>
              </a:ext>
            </a:extLst>
          </p:cNvPr>
          <p:cNvSpPr>
            <a:spLocks noGrp="1"/>
          </p:cNvSpPr>
          <p:nvPr/>
        </p:nvSpPr>
        <p:spPr>
          <a:xfrm>
            <a:off x="393700" y="1310936"/>
            <a:ext cx="5537200" cy="719318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2000">
                <a:latin typeface="Pretendard"/>
                <a:ea typeface="Pretendard"/>
                <a:cs typeface="Pretendard"/>
              </a:rPr>
              <a:t>전달 보장과 최신 데이터 우선 사이의 선택</a:t>
            </a:r>
          </a:p>
        </p:txBody>
      </p:sp>
    </p:spTree>
    <p:extLst>
      <p:ext uri="{BB962C8B-B14F-4D97-AF65-F5344CB8AC3E}">
        <p14:creationId xmlns:p14="http://schemas.microsoft.com/office/powerpoint/2010/main" val="5462217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58">
            <a:extLst>
              <a:ext uri="{FF2B5EF4-FFF2-40B4-BE49-F238E27FC236}">
                <a16:creationId xmlns:a16="http://schemas.microsoft.com/office/drawing/2014/main" id="{CAD38C25-48AC-5A29-D53A-82080FAF926E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b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fld id="{B1C6C81E-38B9-7560-621D-5A151A79DF9B}" type="slidenum">
              <a:rPr>
                <a:latin typeface="Pretendard"/>
                <a:ea typeface="Pretendard"/>
                <a:cs typeface="Pretendard"/>
              </a:rPr>
              <a:t>17</a:t>
            </a:fld>
            <a:endParaRPr/>
          </a:p>
        </p:txBody>
      </p:sp>
      <p:sp>
        <p:nvSpPr>
          <p:cNvPr id="533" name="Google Shape;533;p58">
            <a:extLst>
              <a:ext uri="{FF2B5EF4-FFF2-40B4-BE49-F238E27FC236}">
                <a16:creationId xmlns:a16="http://schemas.microsoft.com/office/drawing/2014/main" id="{33E8FE18-95DE-C7EA-9E95-10B8218936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699" y="344009"/>
            <a:ext cx="11404599" cy="595791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r>
              <a:rPr>
                <a:solidFill>
                  <a:schemeClr val="accent1"/>
                </a:solidFill>
                <a:latin typeface="Pretendard"/>
                <a:ea typeface="Pretendard"/>
                <a:cs typeface="Pretendard"/>
              </a:rPr>
              <a:t>QoS 호환성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B54A841D-1EA0-6181-C778-7C851CA6E64E}"/>
              </a:ext>
            </a:extLst>
          </p:cNvPr>
          <p:cNvSpPr>
            <a:spLocks noGrp="1"/>
          </p:cNvSpPr>
          <p:nvPr/>
        </p:nvSpPr>
        <p:spPr>
          <a:xfrm>
            <a:off x="706278" y="3250891"/>
            <a:ext cx="4986886" cy="5975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marR="0" lvl="0" indent="0" algn="l" defTabSz="91440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 b="0" i="0" u="none" cap="none" spc="0">
                <a:ln>
                  <a:noFill/>
                </a:ln>
                <a:latin typeface="Pretendard"/>
                <a:ea typeface="Pretendard"/>
                <a:cs typeface="Pretendard"/>
              </a:rPr>
              <a:t>호환·재전송 사용</a:t>
            </a:r>
          </a:p>
        </p:txBody>
      </p:sp>
      <p:sp>
        <p:nvSpPr>
          <p:cNvPr id="12" name="Google Shape;534;p58">
            <a:extLst>
              <a:ext uri="{FF2B5EF4-FFF2-40B4-BE49-F238E27FC236}">
                <a16:creationId xmlns:a16="http://schemas.microsoft.com/office/drawing/2014/main" id="{F393FB38-1005-6250-1642-93C1A76E0B77}"/>
              </a:ext>
            </a:extLst>
          </p:cNvPr>
          <p:cNvSpPr>
            <a:spLocks noGrp="1"/>
          </p:cNvSpPr>
          <p:nvPr/>
        </p:nvSpPr>
        <p:spPr>
          <a:xfrm>
            <a:off x="393700" y="1649094"/>
            <a:ext cx="11404600" cy="634044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>
                <a:latin typeface="Pretendard"/>
                <a:ea typeface="Pretendard"/>
                <a:cs typeface="Pretendard"/>
              </a:rPr>
              <a:t>이번 실습 기본값: Publisher·Listener 모두 BEST_EFFORT</a:t>
            </a:r>
          </a:p>
        </p:txBody>
      </p:sp>
      <p:sp>
        <p:nvSpPr>
          <p:cNvPr id="13" name="Google Shape;534;p58">
            <a:extLst>
              <a:ext uri="{FF2B5EF4-FFF2-40B4-BE49-F238E27FC236}">
                <a16:creationId xmlns:a16="http://schemas.microsoft.com/office/drawing/2014/main" id="{A0F4C075-109A-7DDE-18C9-18F128552C24}"/>
              </a:ext>
            </a:extLst>
          </p:cNvPr>
          <p:cNvSpPr>
            <a:spLocks noGrp="1"/>
          </p:cNvSpPr>
          <p:nvPr/>
        </p:nvSpPr>
        <p:spPr>
          <a:xfrm>
            <a:off x="393699" y="1146566"/>
            <a:ext cx="11404599" cy="402442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2000">
                <a:latin typeface="Pretendard"/>
                <a:ea typeface="Pretendard"/>
                <a:cs typeface="Pretendard"/>
              </a:rPr>
              <a:t>Publisher 제공 수준이 Subscriber 요구 수준을 만족해야 연결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DCE927-F1A4-A9ED-C839-844BB688547F}"/>
              </a:ext>
            </a:extLst>
          </p:cNvPr>
          <p:cNvSpPr>
            <a:spLocks noGrp="1"/>
          </p:cNvSpPr>
          <p:nvPr/>
        </p:nvSpPr>
        <p:spPr>
          <a:xfrm>
            <a:off x="702967" y="2793808"/>
            <a:ext cx="4986886" cy="3127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800" b="0" i="0" u="none" cap="none" spc="0">
                <a:ln>
                  <a:noFill/>
                </a:ln>
                <a:solidFill>
                  <a:srgbClr val="3357B8"/>
                </a:solidFill>
                <a:latin typeface="Pretendard"/>
                <a:ea typeface="Pretendard"/>
                <a:cs typeface="Pretendard"/>
              </a:rPr>
              <a:t>RELIABLE → RELIABLE</a:t>
            </a:r>
          </a:p>
        </p:txBody>
      </p:sp>
      <p:sp>
        <p:nvSpPr>
          <p:cNvPr id="16" name="Content Placeholder 10">
            <a:extLst>
              <a:ext uri="{FF2B5EF4-FFF2-40B4-BE49-F238E27FC236}">
                <a16:creationId xmlns:a16="http://schemas.microsoft.com/office/drawing/2014/main" id="{B71DDDF3-A6F6-A2D9-7F68-A246AE82F73A}"/>
              </a:ext>
            </a:extLst>
          </p:cNvPr>
          <p:cNvSpPr>
            <a:spLocks noGrp="1"/>
          </p:cNvSpPr>
          <p:nvPr/>
        </p:nvSpPr>
        <p:spPr>
          <a:xfrm>
            <a:off x="6558438" y="3250891"/>
            <a:ext cx="4986886" cy="5975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marR="0" lvl="0" indent="0" algn="l" defTabSz="91440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 b="0" i="0" u="none" cap="none" spc="0">
                <a:ln>
                  <a:noFill/>
                </a:ln>
                <a:latin typeface="Pretendard"/>
                <a:ea typeface="Pretendard"/>
                <a:cs typeface="Pretendard"/>
              </a:rPr>
              <a:t>호환·수신 측 요구 충족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AD06467-8163-39A0-0B9A-1A98533B6978}"/>
              </a:ext>
            </a:extLst>
          </p:cNvPr>
          <p:cNvSpPr>
            <a:spLocks noGrp="1"/>
          </p:cNvSpPr>
          <p:nvPr/>
        </p:nvSpPr>
        <p:spPr>
          <a:xfrm>
            <a:off x="6555127" y="2793808"/>
            <a:ext cx="4986886" cy="3127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800" b="0" i="0" u="none" cap="none" spc="0">
                <a:ln>
                  <a:noFill/>
                </a:ln>
                <a:solidFill>
                  <a:srgbClr val="3357B8"/>
                </a:solidFill>
                <a:latin typeface="Pretendard"/>
                <a:ea typeface="Pretendard"/>
                <a:cs typeface="Pretendard"/>
              </a:rPr>
              <a:t>RELIABLE → BEST_EFFORT</a:t>
            </a:r>
          </a:p>
        </p:txBody>
      </p:sp>
      <p:sp>
        <p:nvSpPr>
          <p:cNvPr id="18" name="Content Placeholder 10">
            <a:extLst>
              <a:ext uri="{FF2B5EF4-FFF2-40B4-BE49-F238E27FC236}">
                <a16:creationId xmlns:a16="http://schemas.microsoft.com/office/drawing/2014/main" id="{E61F5831-A6CA-0036-3E5C-283D4EBAFE55}"/>
              </a:ext>
            </a:extLst>
          </p:cNvPr>
          <p:cNvSpPr>
            <a:spLocks noGrp="1"/>
          </p:cNvSpPr>
          <p:nvPr/>
        </p:nvSpPr>
        <p:spPr>
          <a:xfrm>
            <a:off x="706278" y="5094931"/>
            <a:ext cx="4986886" cy="5975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marR="0" lvl="0" indent="0" algn="l" defTabSz="91440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 b="0" i="0" u="none" cap="none" spc="0">
                <a:ln>
                  <a:noFill/>
                </a:ln>
                <a:latin typeface="Pretendard"/>
                <a:ea typeface="Pretendard"/>
                <a:cs typeface="Pretendard"/>
              </a:rPr>
              <a:t>호환·최신값 우선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83300B-2E76-54E3-B3E8-C4CE0DA323BE}"/>
              </a:ext>
            </a:extLst>
          </p:cNvPr>
          <p:cNvSpPr>
            <a:spLocks noGrp="1"/>
          </p:cNvSpPr>
          <p:nvPr/>
        </p:nvSpPr>
        <p:spPr>
          <a:xfrm>
            <a:off x="702967" y="4637848"/>
            <a:ext cx="4986886" cy="3127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800" b="0" i="0" u="none" cap="none" spc="0">
                <a:ln>
                  <a:noFill/>
                </a:ln>
                <a:solidFill>
                  <a:srgbClr val="3357B8"/>
                </a:solidFill>
                <a:latin typeface="Pretendard"/>
                <a:ea typeface="Pretendard"/>
                <a:cs typeface="Pretendard"/>
              </a:rPr>
              <a:t>BEST_EFFORT → BEST_EFFORT</a:t>
            </a:r>
          </a:p>
        </p:txBody>
      </p:sp>
      <p:sp>
        <p:nvSpPr>
          <p:cNvPr id="20" name="Content Placeholder 10">
            <a:extLst>
              <a:ext uri="{FF2B5EF4-FFF2-40B4-BE49-F238E27FC236}">
                <a16:creationId xmlns:a16="http://schemas.microsoft.com/office/drawing/2014/main" id="{91E87E4E-34C4-73A3-D9B4-5528035E3F32}"/>
              </a:ext>
            </a:extLst>
          </p:cNvPr>
          <p:cNvSpPr>
            <a:spLocks noGrp="1"/>
          </p:cNvSpPr>
          <p:nvPr/>
        </p:nvSpPr>
        <p:spPr>
          <a:xfrm>
            <a:off x="6558438" y="5094931"/>
            <a:ext cx="4986886" cy="5975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marR="0" lvl="0" indent="0" algn="l" defTabSz="91440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 b="0" i="0" u="none" cap="none" spc="0">
                <a:ln>
                  <a:noFill/>
                </a:ln>
                <a:latin typeface="Pretendard"/>
                <a:ea typeface="Pretendard"/>
                <a:cs typeface="Pretendard"/>
              </a:rPr>
              <a:t>불일치·Topic 데이터 미수신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BBD727-79F1-2502-A083-A18F5A754163}"/>
              </a:ext>
            </a:extLst>
          </p:cNvPr>
          <p:cNvSpPr>
            <a:spLocks noGrp="1"/>
          </p:cNvSpPr>
          <p:nvPr/>
        </p:nvSpPr>
        <p:spPr>
          <a:xfrm>
            <a:off x="6555127" y="4637848"/>
            <a:ext cx="4986886" cy="3127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800" b="0" i="0" u="none" cap="none" spc="0">
                <a:ln>
                  <a:noFill/>
                </a:ln>
                <a:solidFill>
                  <a:srgbClr val="3357B8"/>
                </a:solidFill>
                <a:latin typeface="Pretendard"/>
                <a:ea typeface="Pretendard"/>
                <a:cs typeface="Pretendard"/>
              </a:rPr>
              <a:t>BEST_EFFORT → RELIABLE</a:t>
            </a:r>
          </a:p>
        </p:txBody>
      </p:sp>
      <p:sp>
        <p:nvSpPr>
          <p:cNvPr id="3" name="Rounded Rectangle 9">
            <a:extLst>
              <a:ext uri="{FF2B5EF4-FFF2-40B4-BE49-F238E27FC236}">
                <a16:creationId xmlns:a16="http://schemas.microsoft.com/office/drawing/2014/main" id="{50060C77-52B1-F6FC-B1A4-C961670FE2AD}"/>
              </a:ext>
            </a:extLst>
          </p:cNvPr>
          <p:cNvSpPr>
            <a:spLocks noGrp="1"/>
          </p:cNvSpPr>
          <p:nvPr/>
        </p:nvSpPr>
        <p:spPr>
          <a:xfrm>
            <a:off x="499316" y="2553962"/>
            <a:ext cx="5394187" cy="1393857"/>
          </a:xfrm>
          <a:prstGeom prst="roundRect">
            <a:avLst>
              <a:gd name="adj" fmla="val 3585"/>
            </a:avLst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  <a:defRPr>
                <a:latin typeface="Pretendard"/>
                <a:ea typeface="Pretendard"/>
                <a:cs typeface="Pretendard"/>
              </a:defRPr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4" name="Rounded Rectangle 9">
            <a:extLst>
              <a:ext uri="{FF2B5EF4-FFF2-40B4-BE49-F238E27FC236}">
                <a16:creationId xmlns:a16="http://schemas.microsoft.com/office/drawing/2014/main" id="{1159D27A-1461-523D-7DD5-673A60B66AD8}"/>
              </a:ext>
            </a:extLst>
          </p:cNvPr>
          <p:cNvSpPr>
            <a:spLocks noGrp="1"/>
          </p:cNvSpPr>
          <p:nvPr/>
        </p:nvSpPr>
        <p:spPr>
          <a:xfrm>
            <a:off x="6298499" y="2553962"/>
            <a:ext cx="5394187" cy="1393857"/>
          </a:xfrm>
          <a:prstGeom prst="roundRect">
            <a:avLst>
              <a:gd name="adj" fmla="val 3585"/>
            </a:avLst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  <a:defRPr>
                <a:latin typeface="Pretendard"/>
                <a:ea typeface="Pretendard"/>
                <a:cs typeface="Pretendard"/>
              </a:defRPr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5" name="Rounded Rectangle 9">
            <a:extLst>
              <a:ext uri="{FF2B5EF4-FFF2-40B4-BE49-F238E27FC236}">
                <a16:creationId xmlns:a16="http://schemas.microsoft.com/office/drawing/2014/main" id="{8D6E1CF7-05C7-0A24-2B00-908E4780C230}"/>
              </a:ext>
            </a:extLst>
          </p:cNvPr>
          <p:cNvSpPr>
            <a:spLocks noGrp="1"/>
          </p:cNvSpPr>
          <p:nvPr/>
        </p:nvSpPr>
        <p:spPr>
          <a:xfrm>
            <a:off x="499316" y="4298613"/>
            <a:ext cx="5394187" cy="1393857"/>
          </a:xfrm>
          <a:prstGeom prst="roundRect">
            <a:avLst>
              <a:gd name="adj" fmla="val 3585"/>
            </a:avLst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  <a:defRPr>
                <a:latin typeface="Pretendard"/>
                <a:ea typeface="Pretendard"/>
                <a:cs typeface="Pretendard"/>
              </a:defRPr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6" name="Rounded Rectangle 9">
            <a:extLst>
              <a:ext uri="{FF2B5EF4-FFF2-40B4-BE49-F238E27FC236}">
                <a16:creationId xmlns:a16="http://schemas.microsoft.com/office/drawing/2014/main" id="{E8DB49BA-56EA-3432-AE06-A384DAAD1E28}"/>
              </a:ext>
            </a:extLst>
          </p:cNvPr>
          <p:cNvSpPr>
            <a:spLocks noGrp="1"/>
          </p:cNvSpPr>
          <p:nvPr/>
        </p:nvSpPr>
        <p:spPr>
          <a:xfrm>
            <a:off x="6298499" y="4298613"/>
            <a:ext cx="5394187" cy="1393857"/>
          </a:xfrm>
          <a:prstGeom prst="roundRect">
            <a:avLst>
              <a:gd name="adj" fmla="val 3585"/>
            </a:avLst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  <a:defRPr>
                <a:latin typeface="Pretendard"/>
                <a:ea typeface="Pretendard"/>
                <a:cs typeface="Pretendard"/>
              </a:defRPr>
            </a:pPr>
            <a:endParaRPr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95353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58">
            <a:extLst>
              <a:ext uri="{FF2B5EF4-FFF2-40B4-BE49-F238E27FC236}">
                <a16:creationId xmlns:a16="http://schemas.microsoft.com/office/drawing/2014/main" id="{D6AD4425-62A5-20FE-DA81-DB0262F8E9D3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b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fld id="{CCF91274-D221-1BB4-3BF9-836E3AD31EBE}" type="slidenum">
              <a:rPr>
                <a:latin typeface="Pretendard"/>
                <a:ea typeface="Pretendard"/>
                <a:cs typeface="Pretendard"/>
              </a:rPr>
              <a:t>18</a:t>
            </a:fld>
            <a:endParaRPr/>
          </a:p>
        </p:txBody>
      </p:sp>
      <p:sp>
        <p:nvSpPr>
          <p:cNvPr id="533" name="Google Shape;533;p58">
            <a:extLst>
              <a:ext uri="{FF2B5EF4-FFF2-40B4-BE49-F238E27FC236}">
                <a16:creationId xmlns:a16="http://schemas.microsoft.com/office/drawing/2014/main" id="{CCB3C549-3412-D9EC-FC96-8C0EA25A4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699" y="344009"/>
            <a:ext cx="11404599" cy="595791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r>
              <a:rPr>
                <a:solidFill>
                  <a:schemeClr val="accent1"/>
                </a:solidFill>
                <a:latin typeface="Pretendard"/>
                <a:ea typeface="Pretendard"/>
                <a:cs typeface="Pretendard"/>
              </a:rPr>
              <a:t>QoS 불일치·복구</a:t>
            </a:r>
          </a:p>
        </p:txBody>
      </p:sp>
      <p:sp>
        <p:nvSpPr>
          <p:cNvPr id="3" name="Google Shape;534;p58">
            <a:extLst>
              <a:ext uri="{FF2B5EF4-FFF2-40B4-BE49-F238E27FC236}">
                <a16:creationId xmlns:a16="http://schemas.microsoft.com/office/drawing/2014/main" id="{076E58D8-94E3-59EF-6F5D-94479531D945}"/>
              </a:ext>
            </a:extLst>
          </p:cNvPr>
          <p:cNvSpPr>
            <a:spLocks noGrp="1"/>
          </p:cNvSpPr>
          <p:nvPr/>
        </p:nvSpPr>
        <p:spPr>
          <a:xfrm>
            <a:off x="391970" y="1934870"/>
            <a:ext cx="5537200" cy="3619499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>
                <a:latin typeface="Pretendard"/>
                <a:ea typeface="Pretendard"/>
                <a:cs typeface="Pretendard"/>
              </a:rPr>
              <a:t>• Jetson Publisher 기본값 BEST_EFFORT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>
                <a:latin typeface="Pretendard"/>
                <a:ea typeface="Pretendard"/>
                <a:cs typeface="Pretendard"/>
              </a:rPr>
              <a:t>• PC Listener를 RELIABLE로 실행해 불일치 생성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>
                <a:latin typeface="Pretendard"/>
                <a:ea typeface="Pretendard"/>
                <a:cs typeface="Pretendard"/>
              </a:rPr>
              <a:t>• topic info --verbose로 Endpoint QoS 확인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>
                <a:latin typeface="Pretendard"/>
                <a:ea typeface="Pretendard"/>
                <a:cs typeface="Pretendard"/>
              </a:rPr>
              <a:t>• Listener를 BEST_EFFORT로 복구</a:t>
            </a:r>
          </a:p>
        </p:txBody>
      </p:sp>
      <p:sp>
        <p:nvSpPr>
          <p:cNvPr id="5" name="Google Shape;534;p58">
            <a:extLst>
              <a:ext uri="{FF2B5EF4-FFF2-40B4-BE49-F238E27FC236}">
                <a16:creationId xmlns:a16="http://schemas.microsoft.com/office/drawing/2014/main" id="{EC39CC4A-7702-F34C-BFC1-C34643FFFDEE}"/>
              </a:ext>
            </a:extLst>
          </p:cNvPr>
          <p:cNvSpPr>
            <a:spLocks noGrp="1"/>
          </p:cNvSpPr>
          <p:nvPr/>
        </p:nvSpPr>
        <p:spPr>
          <a:xfrm>
            <a:off x="393700" y="1436666"/>
            <a:ext cx="5871672" cy="719318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2000">
                <a:latin typeface="Pretendard"/>
                <a:ea typeface="Pretendard"/>
                <a:cs typeface="Pretendard"/>
              </a:rPr>
              <a:t>Reliability 불일치 시 Topic 데이터 미수신</a:t>
            </a:r>
          </a:p>
        </p:txBody>
      </p:sp>
      <p:sp>
        <p:nvSpPr>
          <p:cNvPr id="27" name="Content Placeholder 10">
            <a:extLst>
              <a:ext uri="{FF2B5EF4-FFF2-40B4-BE49-F238E27FC236}">
                <a16:creationId xmlns:a16="http://schemas.microsoft.com/office/drawing/2014/main" id="{B4FA777D-1E43-2118-018B-D684DB7EFEF1}"/>
              </a:ext>
            </a:extLst>
          </p:cNvPr>
          <p:cNvSpPr>
            <a:spLocks noGrp="1"/>
          </p:cNvSpPr>
          <p:nvPr/>
        </p:nvSpPr>
        <p:spPr>
          <a:xfrm>
            <a:off x="6648104" y="2184252"/>
            <a:ext cx="5014766" cy="5975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marR="0" lvl="0" indent="0" algn="l" defTabSz="91440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 b="0" i="0" u="none" cap="none" spc="0">
                <a:ln>
                  <a:noFill/>
                </a:ln>
                <a:latin typeface="Pretendard"/>
                <a:ea typeface="Pretendard"/>
                <a:cs typeface="Pretendard"/>
              </a:rPr>
              <a:t>관절값 출력 없음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2F01BD9-1359-C69B-3F1A-A36534227FFE}"/>
              </a:ext>
            </a:extLst>
          </p:cNvPr>
          <p:cNvSpPr>
            <a:spLocks noGrp="1"/>
          </p:cNvSpPr>
          <p:nvPr/>
        </p:nvSpPr>
        <p:spPr>
          <a:xfrm>
            <a:off x="6644793" y="1813255"/>
            <a:ext cx="5014766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 b="0" i="0" u="none" cap="none" spc="0">
                <a:ln>
                  <a:noFill/>
                </a:ln>
                <a:solidFill>
                  <a:srgbClr val="3357B8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32674159-B6E6-B9EF-D753-5EF1E687140B}"/>
              </a:ext>
            </a:extLst>
          </p:cNvPr>
          <p:cNvSpPr>
            <a:spLocks noGrp="1"/>
          </p:cNvSpPr>
          <p:nvPr/>
        </p:nvSpPr>
        <p:spPr>
          <a:xfrm>
            <a:off x="6648104" y="3693012"/>
            <a:ext cx="5014766" cy="5975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marR="0" lvl="0" indent="0" algn="l" defTabSz="91440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 b="0" i="0" u="none" cap="none" spc="0">
                <a:ln>
                  <a:noFill/>
                </a:ln>
                <a:latin typeface="Pretendard"/>
                <a:ea typeface="Pretendard"/>
                <a:cs typeface="Pretendard"/>
              </a:rPr>
              <a:t>Reliability 불일치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D84212-7716-6AFC-2CCA-1118E41834EC}"/>
              </a:ext>
            </a:extLst>
          </p:cNvPr>
          <p:cNvSpPr>
            <a:spLocks noGrp="1"/>
          </p:cNvSpPr>
          <p:nvPr/>
        </p:nvSpPr>
        <p:spPr>
          <a:xfrm>
            <a:off x="6644793" y="3322015"/>
            <a:ext cx="5014766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 b="0" i="0" u="none" cap="none" spc="0">
                <a:ln>
                  <a:noFill/>
                </a:ln>
                <a:solidFill>
                  <a:srgbClr val="3357B8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58865802-6967-7210-3371-DEA6828B57A2}"/>
              </a:ext>
            </a:extLst>
          </p:cNvPr>
          <p:cNvSpPr>
            <a:spLocks noGrp="1"/>
          </p:cNvSpPr>
          <p:nvPr/>
        </p:nvSpPr>
        <p:spPr>
          <a:xfrm>
            <a:off x="6648105" y="5201772"/>
            <a:ext cx="5014766" cy="5975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marR="0" lvl="0" indent="0" algn="l" defTabSz="91440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 b="0" i="0" u="none" cap="none" spc="0">
                <a:ln>
                  <a:noFill/>
                </a:ln>
                <a:latin typeface="Pretendard"/>
                <a:ea typeface="Pretendard"/>
                <a:cs typeface="Pretendard"/>
              </a:rPr>
              <a:t>best_effort 재실행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2FEB2E-B2D7-376B-AFC1-B25E2E37C15B}"/>
              </a:ext>
            </a:extLst>
          </p:cNvPr>
          <p:cNvSpPr>
            <a:spLocks noGrp="1"/>
          </p:cNvSpPr>
          <p:nvPr/>
        </p:nvSpPr>
        <p:spPr>
          <a:xfrm>
            <a:off x="6644794" y="4830775"/>
            <a:ext cx="5014766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 b="0" i="0" u="none" cap="none" spc="0">
                <a:ln>
                  <a:noFill/>
                </a:ln>
                <a:solidFill>
                  <a:srgbClr val="3357B8"/>
                </a:solidFill>
                <a:latin typeface="Pretendard"/>
                <a:ea typeface="Pretendard"/>
                <a:cs typeface="Pretendard"/>
              </a:rPr>
              <a:t>복구</a:t>
            </a:r>
          </a:p>
        </p:txBody>
      </p:sp>
      <p:sp>
        <p:nvSpPr>
          <p:cNvPr id="7" name="Rounded Rectangle 1">
            <a:extLst>
              <a:ext uri="{FF2B5EF4-FFF2-40B4-BE49-F238E27FC236}">
                <a16:creationId xmlns:a16="http://schemas.microsoft.com/office/drawing/2014/main" id="{672731C3-3B3D-DFCA-5B87-6A9824F94DC9}"/>
              </a:ext>
            </a:extLst>
          </p:cNvPr>
          <p:cNvSpPr>
            <a:spLocks noGrp="1"/>
          </p:cNvSpPr>
          <p:nvPr/>
        </p:nvSpPr>
        <p:spPr>
          <a:xfrm>
            <a:off x="6405842" y="4542881"/>
            <a:ext cx="5394187" cy="1393857"/>
          </a:xfrm>
          <a:prstGeom prst="roundRect">
            <a:avLst>
              <a:gd name="adj" fmla="val 3585"/>
            </a:avLst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  <a:defRPr>
                <a:latin typeface="Pretendard"/>
                <a:ea typeface="Pretendard"/>
                <a:cs typeface="Pretendard"/>
              </a:defRPr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11" name="Rounded Rectangle 6">
            <a:extLst>
              <a:ext uri="{FF2B5EF4-FFF2-40B4-BE49-F238E27FC236}">
                <a16:creationId xmlns:a16="http://schemas.microsoft.com/office/drawing/2014/main" id="{975D7694-EF39-E4BA-A934-D6C495CCF4BC}"/>
              </a:ext>
            </a:extLst>
          </p:cNvPr>
          <p:cNvSpPr>
            <a:spLocks noGrp="1"/>
          </p:cNvSpPr>
          <p:nvPr/>
        </p:nvSpPr>
        <p:spPr>
          <a:xfrm>
            <a:off x="6405842" y="3030695"/>
            <a:ext cx="5394187" cy="1393857"/>
          </a:xfrm>
          <a:prstGeom prst="roundRect">
            <a:avLst>
              <a:gd name="adj" fmla="val 3585"/>
            </a:avLst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  <a:defRPr>
                <a:latin typeface="Pretendard"/>
                <a:ea typeface="Pretendard"/>
                <a:cs typeface="Pretendard"/>
              </a:defRPr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13" name="Rounded Rectangle 9">
            <a:extLst>
              <a:ext uri="{FF2B5EF4-FFF2-40B4-BE49-F238E27FC236}">
                <a16:creationId xmlns:a16="http://schemas.microsoft.com/office/drawing/2014/main" id="{84356975-E5D7-C04B-9BA6-EEC211598B5E}"/>
              </a:ext>
            </a:extLst>
          </p:cNvPr>
          <p:cNvSpPr>
            <a:spLocks noGrp="1"/>
          </p:cNvSpPr>
          <p:nvPr/>
        </p:nvSpPr>
        <p:spPr>
          <a:xfrm>
            <a:off x="6405843" y="1518509"/>
            <a:ext cx="5394187" cy="1393857"/>
          </a:xfrm>
          <a:prstGeom prst="roundRect">
            <a:avLst>
              <a:gd name="adj" fmla="val 3585"/>
            </a:avLst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  <a:defRPr>
                <a:latin typeface="Pretendard"/>
                <a:ea typeface="Pretendard"/>
                <a:cs typeface="Pretendard"/>
              </a:defRPr>
            </a:pPr>
            <a:endParaRPr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61403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20853-F43D-C99E-C6AC-5AA441760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58">
            <a:extLst>
              <a:ext uri="{FF2B5EF4-FFF2-40B4-BE49-F238E27FC236}">
                <a16:creationId xmlns:a16="http://schemas.microsoft.com/office/drawing/2014/main" id="{3E763C2A-3FF6-1D70-77DC-179FB2D67C7B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b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fld id="{202359C0-8A7A-196E-DD58-8E6569619F09}" type="slidenum">
              <a:rPr>
                <a:latin typeface="Pretendard"/>
                <a:ea typeface="Pretendard"/>
                <a:cs typeface="Pretendard"/>
              </a:rPr>
              <a:t>19</a:t>
            </a:fld>
            <a:endParaRPr/>
          </a:p>
        </p:txBody>
      </p:sp>
      <p:sp>
        <p:nvSpPr>
          <p:cNvPr id="533" name="Google Shape;533;p58">
            <a:extLst>
              <a:ext uri="{FF2B5EF4-FFF2-40B4-BE49-F238E27FC236}">
                <a16:creationId xmlns:a16="http://schemas.microsoft.com/office/drawing/2014/main" id="{027C9E49-2D6F-560E-722D-ED2FD4914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1170935"/>
            <a:ext cx="11404600" cy="1797958"/>
          </a:xfrm>
          <a:prstGeom prst="rect">
            <a:avLst/>
          </a:prstGeom>
        </p:spPr>
        <p:txBody>
          <a:bodyPr spcFirstLastPara="1" vert="horz" wrap="square" lIns="0" tIns="0" rIns="0" bIns="0" anchor="b">
            <a:noAutofit/>
          </a:bodyPr>
          <a:lstStyle/>
          <a:p>
            <a:pPr algn="ctr"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lang="en-US" sz="4200" dirty="0">
                <a:solidFill>
                  <a:schemeClr val="accent1"/>
                </a:solidFill>
                <a:latin typeface="Pretendard"/>
                <a:ea typeface="Pretendard"/>
                <a:cs typeface="Pretendard"/>
              </a:rPr>
              <a:t>PC</a:t>
            </a:r>
            <a:r>
              <a:rPr lang="ko-KR" altLang="en-US" sz="4200" dirty="0">
                <a:solidFill>
                  <a:schemeClr val="accent1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lang="en-US" altLang="ko-KR" sz="4200" dirty="0">
                <a:solidFill>
                  <a:schemeClr val="accent1"/>
                </a:solidFill>
                <a:latin typeface="Pretendard"/>
                <a:ea typeface="Pretendard"/>
                <a:cs typeface="Pretendard"/>
              </a:rPr>
              <a:t>–</a:t>
            </a:r>
            <a:r>
              <a:rPr lang="ko-KR" altLang="en-US" sz="4200" dirty="0">
                <a:solidFill>
                  <a:schemeClr val="accent1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lang="en-US" altLang="ko-KR" sz="4200" dirty="0">
                <a:solidFill>
                  <a:schemeClr val="accent1"/>
                </a:solidFill>
                <a:latin typeface="Pretendard"/>
                <a:ea typeface="Pretendard"/>
                <a:cs typeface="Pretendard"/>
              </a:rPr>
              <a:t>Jetson</a:t>
            </a:r>
            <a:r>
              <a:rPr lang="ko-KR" altLang="en-US" sz="4200" dirty="0">
                <a:solidFill>
                  <a:schemeClr val="accent1"/>
                </a:solidFill>
                <a:latin typeface="Pretendard"/>
                <a:ea typeface="Pretendard"/>
                <a:cs typeface="Pretendard"/>
              </a:rPr>
              <a:t> 통신 연결</a:t>
            </a:r>
            <a:endParaRPr sz="4200" dirty="0">
              <a:solidFill>
                <a:schemeClr val="accent1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Google Shape;534;p58">
            <a:extLst>
              <a:ext uri="{FF2B5EF4-FFF2-40B4-BE49-F238E27FC236}">
                <a16:creationId xmlns:a16="http://schemas.microsoft.com/office/drawing/2014/main" id="{7B05516B-AA0A-74DC-2087-0C522CFB70AE}"/>
              </a:ext>
            </a:extLst>
          </p:cNvPr>
          <p:cNvSpPr>
            <a:spLocks noGrp="1"/>
          </p:cNvSpPr>
          <p:nvPr/>
        </p:nvSpPr>
        <p:spPr>
          <a:xfrm>
            <a:off x="2549677" y="3297710"/>
            <a:ext cx="7092645" cy="1865909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 algn="ctr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lang="ko-KR" altLang="en-US" sz="1600" dirty="0"/>
              <a:t>유선 </a:t>
            </a:r>
            <a:r>
              <a:rPr lang="en-US" altLang="ko-KR" sz="1600" dirty="0"/>
              <a:t>Ethernet</a:t>
            </a:r>
            <a:r>
              <a:rPr lang="ko-KR" altLang="en-US" sz="1600" dirty="0"/>
              <a:t>을 통한 </a:t>
            </a:r>
            <a:r>
              <a:rPr lang="en-US" altLang="ko-KR" sz="1600" dirty="0"/>
              <a:t>PC – Jetson </a:t>
            </a:r>
            <a:r>
              <a:rPr lang="ko-KR" altLang="en-US" sz="1600" dirty="0"/>
              <a:t>연결</a:t>
            </a:r>
            <a:endParaRPr sz="1600" dirty="0">
              <a:latin typeface="Pretendard SemiBold"/>
              <a:ea typeface="Pretendard SemiBold"/>
              <a:cs typeface="Pretendard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24648125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58">
            <a:extLst>
              <a:ext uri="{FF2B5EF4-FFF2-40B4-BE49-F238E27FC236}">
                <a16:creationId xmlns:a16="http://schemas.microsoft.com/office/drawing/2014/main" id="{D6AD4425-62A5-20FE-DA81-DB0262F8E9D3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b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fld id="{388657AE-30A1-5A7A-6A7F-315D84436430}" type="slidenum">
              <a:rPr>
                <a:latin typeface="Pretendard"/>
                <a:ea typeface="Pretendard"/>
                <a:cs typeface="Pretendard"/>
              </a:rPr>
              <a:t>20</a:t>
            </a:fld>
            <a:endParaRPr/>
          </a:p>
        </p:txBody>
      </p:sp>
      <p:sp>
        <p:nvSpPr>
          <p:cNvPr id="533" name="Google Shape;533;p58">
            <a:extLst>
              <a:ext uri="{FF2B5EF4-FFF2-40B4-BE49-F238E27FC236}">
                <a16:creationId xmlns:a16="http://schemas.microsoft.com/office/drawing/2014/main" id="{CCB3C549-3412-D9EC-FC96-8C0EA25A4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699" y="344009"/>
            <a:ext cx="11404599" cy="595791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r>
              <a:rPr>
                <a:solidFill>
                  <a:schemeClr val="accent1"/>
                </a:solidFill>
                <a:latin typeface="Pretendard"/>
                <a:ea typeface="Pretendard"/>
                <a:cs typeface="Pretendard"/>
              </a:rPr>
              <a:t>실습 장비·연결</a:t>
            </a:r>
          </a:p>
        </p:txBody>
      </p:sp>
      <p:sp>
        <p:nvSpPr>
          <p:cNvPr id="3" name="Google Shape;534;p58">
            <a:extLst>
              <a:ext uri="{FF2B5EF4-FFF2-40B4-BE49-F238E27FC236}">
                <a16:creationId xmlns:a16="http://schemas.microsoft.com/office/drawing/2014/main" id="{076E58D8-94E3-59EF-6F5D-94479531D945}"/>
              </a:ext>
            </a:extLst>
          </p:cNvPr>
          <p:cNvSpPr>
            <a:spLocks noGrp="1"/>
          </p:cNvSpPr>
          <p:nvPr/>
        </p:nvSpPr>
        <p:spPr>
          <a:xfrm>
            <a:off x="392429" y="1799797"/>
            <a:ext cx="5537200" cy="3619499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 dirty="0">
                <a:latin typeface="Pretendard"/>
                <a:ea typeface="Pretendard"/>
                <a:cs typeface="Pretendard"/>
              </a:rPr>
              <a:t>• Arm–Jetson: USB Serial /dev/ttyACM0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 dirty="0">
                <a:latin typeface="Pretendard"/>
                <a:ea typeface="Pretendard"/>
                <a:cs typeface="Pretendard"/>
              </a:rPr>
              <a:t>• Jetson–PC: </a:t>
            </a:r>
            <a:r>
              <a:rPr sz="1600" dirty="0" err="1">
                <a:latin typeface="Pretendard"/>
                <a:ea typeface="Pretendard"/>
                <a:cs typeface="Pretendard"/>
              </a:rPr>
              <a:t>유선</a:t>
            </a:r>
            <a:r>
              <a:rPr sz="1600" dirty="0">
                <a:latin typeface="Pretendard"/>
                <a:ea typeface="Pretendard"/>
                <a:cs typeface="Pretendard"/>
              </a:rPr>
              <a:t> Local Network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 dirty="0">
                <a:latin typeface="Pretendard"/>
                <a:ea typeface="Pretendard"/>
                <a:cs typeface="Pretendard"/>
              </a:rPr>
              <a:t>• Windows–WSL2: Mirrored Networking</a:t>
            </a:r>
          </a:p>
        </p:txBody>
      </p:sp>
      <p:sp>
        <p:nvSpPr>
          <p:cNvPr id="5" name="Google Shape;534;p58">
            <a:extLst>
              <a:ext uri="{FF2B5EF4-FFF2-40B4-BE49-F238E27FC236}">
                <a16:creationId xmlns:a16="http://schemas.microsoft.com/office/drawing/2014/main" id="{EC39CC4A-7702-F34C-BFC1-C34643FFFDEE}"/>
              </a:ext>
            </a:extLst>
          </p:cNvPr>
          <p:cNvSpPr>
            <a:spLocks noGrp="1"/>
          </p:cNvSpPr>
          <p:nvPr/>
        </p:nvSpPr>
        <p:spPr>
          <a:xfrm>
            <a:off x="392429" y="938521"/>
            <a:ext cx="6343984" cy="719318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lang="en-US" sz="2000" dirty="0">
                <a:latin typeface="Pretendard"/>
                <a:ea typeface="Pretendard"/>
                <a:cs typeface="Pretendard"/>
              </a:rPr>
              <a:t>Ethernet </a:t>
            </a:r>
            <a:r>
              <a:rPr lang="ko-KR" altLang="en-US" sz="2000" dirty="0">
                <a:latin typeface="Pretendard"/>
                <a:ea typeface="Pretendard"/>
                <a:cs typeface="Pretendard"/>
              </a:rPr>
              <a:t>케이블과</a:t>
            </a:r>
            <a:r>
              <a:rPr lang="en-US" altLang="ko-KR" sz="2000" dirty="0">
                <a:latin typeface="Pretendard"/>
                <a:ea typeface="Pretendard"/>
                <a:cs typeface="Pretendard"/>
              </a:rPr>
              <a:t>, USB-Ethernet adapter</a:t>
            </a:r>
            <a:r>
              <a:rPr lang="ko-KR" altLang="en-US" sz="2000" dirty="0">
                <a:latin typeface="Pretendard"/>
                <a:ea typeface="Pretendard"/>
                <a:cs typeface="Pretendard"/>
              </a:rPr>
              <a:t>를 통한 유선 연결</a:t>
            </a:r>
            <a:endParaRPr sz="2000" dirty="0">
              <a:latin typeface="Pretendard"/>
              <a:ea typeface="Pretendard"/>
              <a:cs typeface="Pretendard"/>
            </a:endParaRPr>
          </a:p>
        </p:txBody>
      </p:sp>
      <p:pic>
        <p:nvPicPr>
          <p:cNvPr id="540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5115" y="3609546"/>
            <a:ext cx="2793248" cy="2645141"/>
          </a:xfrm>
          <a:prstGeom prst="rect">
            <a:avLst/>
          </a:prstGeom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3653FE60-4054-2CE0-F0BC-678CC29858A0}"/>
              </a:ext>
            </a:extLst>
          </p:cNvPr>
          <p:cNvGrpSpPr/>
          <p:nvPr/>
        </p:nvGrpSpPr>
        <p:grpSpPr>
          <a:xfrm>
            <a:off x="4733629" y="5163777"/>
            <a:ext cx="3146653" cy="794954"/>
            <a:chOff x="3451224" y="5086970"/>
            <a:chExt cx="3146653" cy="79495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FC6B4DAB-ADBC-392D-7CF9-2704F1A969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35128" r="39840"/>
            <a:stretch>
              <a:fillRect/>
            </a:stretch>
          </p:blipFill>
          <p:spPr>
            <a:xfrm rot="5400000">
              <a:off x="4907303" y="4191350"/>
              <a:ext cx="794954" cy="258619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01A06FE0-3AC0-0EA4-7C3B-A0F1257C266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5400000">
              <a:off x="3447631" y="5248022"/>
              <a:ext cx="567644" cy="560458"/>
            </a:xfrm>
            <a:prstGeom prst="rect">
              <a:avLst/>
            </a:prstGeom>
          </p:spPr>
        </p:pic>
      </p:grpSp>
      <p:pic>
        <p:nvPicPr>
          <p:cNvPr id="9" name="그림 8" descr="Pc - Free icons">
            <a:extLst>
              <a:ext uri="{FF2B5EF4-FFF2-40B4-BE49-F238E27FC236}">
                <a16:creationId xmlns:a16="http://schemas.microsoft.com/office/drawing/2014/main" id="{651218B8-7642-298C-5D2F-9381F4D1BF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6007" y="3860716"/>
            <a:ext cx="2393971" cy="2393971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8F8F5F04-9BE6-ACDE-28C2-8A06C184783F}"/>
              </a:ext>
            </a:extLst>
          </p:cNvPr>
          <p:cNvSpPr/>
          <p:nvPr/>
        </p:nvSpPr>
        <p:spPr>
          <a:xfrm>
            <a:off x="3958081" y="5919479"/>
            <a:ext cx="2345546" cy="398435"/>
          </a:xfrm>
          <a:prstGeom prst="rect">
            <a:avLst/>
          </a:prstGeom>
          <a:noFill/>
          <a:ln w="571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Ethernet </a:t>
            </a:r>
            <a:r>
              <a:rPr lang="ko-KR" altLang="en-US" dirty="0">
                <a:solidFill>
                  <a:srgbClr val="FF0000"/>
                </a:solidFill>
              </a:rPr>
              <a:t>쪽을 </a:t>
            </a:r>
            <a:r>
              <a:rPr lang="en-US" altLang="ko-KR" dirty="0">
                <a:solidFill>
                  <a:srgbClr val="FF0000"/>
                </a:solidFill>
              </a:rPr>
              <a:t>Jetson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A976A5E-8BAD-0368-1F67-8E31CFCF821A}"/>
              </a:ext>
            </a:extLst>
          </p:cNvPr>
          <p:cNvSpPr/>
          <p:nvPr/>
        </p:nvSpPr>
        <p:spPr>
          <a:xfrm>
            <a:off x="6611049" y="4922801"/>
            <a:ext cx="1700910" cy="398435"/>
          </a:xfrm>
          <a:prstGeom prst="rect">
            <a:avLst/>
          </a:prstGeom>
          <a:noFill/>
          <a:ln w="571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USB </a:t>
            </a:r>
            <a:r>
              <a:rPr lang="ko-KR" altLang="en-US" dirty="0">
                <a:solidFill>
                  <a:srgbClr val="FF0000"/>
                </a:solidFill>
              </a:rPr>
              <a:t>쪽을 </a:t>
            </a:r>
            <a:r>
              <a:rPr lang="en-US" altLang="ko-KR" dirty="0">
                <a:solidFill>
                  <a:srgbClr val="FF0000"/>
                </a:solidFill>
              </a:rPr>
              <a:t>PC</a:t>
            </a:r>
            <a:endParaRPr lang="ko-KR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61403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579B8-B406-408A-5324-D79AE3D9B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58">
            <a:extLst>
              <a:ext uri="{FF2B5EF4-FFF2-40B4-BE49-F238E27FC236}">
                <a16:creationId xmlns:a16="http://schemas.microsoft.com/office/drawing/2014/main" id="{92A5C686-8D37-08EB-2737-6C4B393C1864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b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fld id="{DB7BEEEC-A170-5376-2B6E-CB54687B0CB1}" type="slidenum">
              <a:rPr>
                <a:latin typeface="Pretendard"/>
                <a:ea typeface="Pretendard"/>
                <a:cs typeface="Pretendard"/>
              </a:rPr>
              <a:t>21</a:t>
            </a:fld>
            <a:endParaRPr/>
          </a:p>
        </p:txBody>
      </p:sp>
      <p:sp>
        <p:nvSpPr>
          <p:cNvPr id="533" name="Google Shape;533;p58">
            <a:extLst>
              <a:ext uri="{FF2B5EF4-FFF2-40B4-BE49-F238E27FC236}">
                <a16:creationId xmlns:a16="http://schemas.microsoft.com/office/drawing/2014/main" id="{C1D44E1F-88DA-E891-1572-A7FBBEE57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699" y="344009"/>
            <a:ext cx="11404599" cy="595791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lang="en-US" dirty="0">
                <a:solidFill>
                  <a:schemeClr val="accent1"/>
                </a:solidFill>
                <a:latin typeface="Pretendard"/>
                <a:ea typeface="Pretendard"/>
                <a:cs typeface="Pretendard"/>
              </a:rPr>
              <a:t>Jetson</a:t>
            </a:r>
            <a:endParaRPr dirty="0">
              <a:solidFill>
                <a:schemeClr val="accent1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6DDEB358-AB0F-B444-C766-85C30C3384D0}"/>
              </a:ext>
            </a:extLst>
          </p:cNvPr>
          <p:cNvSpPr txBox="1">
            <a:spLocks/>
          </p:cNvSpPr>
          <p:nvPr/>
        </p:nvSpPr>
        <p:spPr>
          <a:xfrm>
            <a:off x="391970" y="1159020"/>
            <a:ext cx="7766785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342900" indent="-3429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arabicPeriod"/>
              <a:defRPr>
                <a:latin typeface="Pretendard"/>
                <a:ea typeface="Pretendard"/>
                <a:cs typeface="Pretendard"/>
              </a:defRPr>
            </a:pPr>
            <a:r>
              <a:rPr lang="ko-KR" altLang="en-US" sz="2000" dirty="0"/>
              <a:t>설정</a:t>
            </a:r>
            <a:r>
              <a:rPr lang="en-US" altLang="ko-KR" sz="2000" dirty="0"/>
              <a:t>(</a:t>
            </a:r>
            <a:r>
              <a:rPr lang="ko-KR" altLang="en-US" sz="2000" dirty="0"/>
              <a:t>키보드의 </a:t>
            </a:r>
            <a:r>
              <a:rPr lang="en-US" altLang="ko-KR" sz="2000" dirty="0"/>
              <a:t>window </a:t>
            </a:r>
            <a:r>
              <a:rPr lang="ko-KR" altLang="en-US" sz="2000" dirty="0"/>
              <a:t>키 </a:t>
            </a:r>
            <a:r>
              <a:rPr lang="en-US" altLang="ko-KR" sz="2000" dirty="0"/>
              <a:t>-&gt; “setting” </a:t>
            </a:r>
            <a:r>
              <a:rPr lang="ko-KR" altLang="en-US" sz="2000" dirty="0"/>
              <a:t>검색</a:t>
            </a:r>
            <a:r>
              <a:rPr lang="en-US" altLang="ko-KR" sz="2000" dirty="0"/>
              <a:t>)</a:t>
            </a:r>
          </a:p>
          <a:p>
            <a:pPr marL="342900" indent="-3429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arabicPeriod"/>
              <a:defRPr>
                <a:latin typeface="Pretendard"/>
                <a:ea typeface="Pretendard"/>
                <a:cs typeface="Pretendard"/>
              </a:defRPr>
            </a:pPr>
            <a:r>
              <a:rPr lang="en-US" altLang="ko-KR" sz="2000" dirty="0"/>
              <a:t>Network</a:t>
            </a:r>
            <a:r>
              <a:rPr lang="ko-KR" altLang="en-US" sz="2000" dirty="0"/>
              <a:t> </a:t>
            </a:r>
            <a:r>
              <a:rPr lang="en-US" altLang="ko-KR" sz="2000" dirty="0"/>
              <a:t>-&gt; Wired -&gt; </a:t>
            </a:r>
            <a:r>
              <a:rPr lang="ko-KR" altLang="en-US" sz="2000" dirty="0"/>
              <a:t>설정 버튼</a:t>
            </a:r>
            <a:endParaRPr lang="en-US" altLang="ko-KR" sz="2000" dirty="0"/>
          </a:p>
          <a:p>
            <a:pPr marL="342900" indent="-3429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arabicPeriod"/>
              <a:defRPr>
                <a:latin typeface="Pretendard"/>
                <a:ea typeface="Pretendard"/>
                <a:cs typeface="Pretendard"/>
              </a:defRPr>
            </a:pPr>
            <a:r>
              <a:rPr lang="en-US" altLang="ko-KR" sz="2000" dirty="0"/>
              <a:t>IPv4 -&gt; Manual </a:t>
            </a:r>
            <a:r>
              <a:rPr lang="ko-KR" altLang="en-US" sz="2000" dirty="0"/>
              <a:t>선택</a:t>
            </a:r>
            <a:endParaRPr lang="en-US" altLang="ko-KR" sz="2000" dirty="0"/>
          </a:p>
          <a:p>
            <a:pPr marL="971550" lvl="1" indent="-514350" latinLnBrk="0">
              <a:buFont typeface="+mj-lt"/>
              <a:buAutoNum type="arabicPeriod"/>
            </a:pPr>
            <a:r>
              <a:rPr lang="en-US" altLang="ko-KR" sz="1600" dirty="0"/>
              <a:t>Address</a:t>
            </a:r>
            <a:r>
              <a:rPr lang="ko-KR" altLang="en-US" sz="1600" dirty="0"/>
              <a:t>에 임의의 주소 입력</a:t>
            </a:r>
            <a:endParaRPr lang="en-US" altLang="ko-KR" sz="1600" dirty="0"/>
          </a:p>
          <a:p>
            <a:pPr marL="971550" lvl="1" indent="-514350" latinLnBrk="0">
              <a:buFont typeface="+mj-lt"/>
              <a:buAutoNum type="arabicPeriod"/>
            </a:pPr>
            <a:r>
              <a:rPr lang="en-US" altLang="ko-KR" sz="1600" dirty="0"/>
              <a:t>Netmask</a:t>
            </a:r>
            <a:r>
              <a:rPr lang="ko-KR" altLang="en-US" sz="1600" dirty="0"/>
              <a:t>에  </a:t>
            </a:r>
            <a:r>
              <a:rPr lang="en-US" altLang="ko-KR" sz="1600" dirty="0"/>
              <a:t>255.255.255.0 </a:t>
            </a:r>
            <a:r>
              <a:rPr lang="ko-KR" altLang="en-US" sz="1600" dirty="0"/>
              <a:t>입력</a:t>
            </a:r>
            <a:endParaRPr lang="en-US" altLang="ko-KR" sz="1600" dirty="0"/>
          </a:p>
          <a:p>
            <a:pPr marL="971550" lvl="1" indent="-514350" latinLnBrk="0">
              <a:buFont typeface="+mj-lt"/>
              <a:buAutoNum type="arabicPeriod"/>
            </a:pPr>
            <a:r>
              <a:rPr lang="en-US" altLang="ko-KR" sz="1600" dirty="0"/>
              <a:t>Gateway, DNS</a:t>
            </a:r>
            <a:r>
              <a:rPr lang="ko-KR" altLang="en-US" sz="1600" dirty="0"/>
              <a:t> 는 공란으로</a:t>
            </a:r>
            <a:endParaRPr lang="en-US" altLang="ko-KR" sz="1600" dirty="0"/>
          </a:p>
          <a:p>
            <a:pPr marL="971550" lvl="1" indent="-514350" latinLnBrk="0">
              <a:buFont typeface="+mj-lt"/>
              <a:buAutoNum type="arabicPeriod"/>
            </a:pPr>
            <a:r>
              <a:rPr lang="en-US" altLang="ko-KR" sz="1600" dirty="0"/>
              <a:t>Apply</a:t>
            </a:r>
          </a:p>
          <a:p>
            <a:pPr marL="514350" indent="-514350" latinLnBrk="0">
              <a:buFont typeface="+mj-lt"/>
              <a:buAutoNum type="arabicPeriod"/>
            </a:pP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347DDC4-2982-BE86-668F-21CE983C05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286" y="856791"/>
            <a:ext cx="5526446" cy="465356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E6644C4B-4E42-185F-F19A-223006B2F2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8056" y="3135949"/>
            <a:ext cx="4799637" cy="3561755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3D4247B2-D138-EFFE-F49A-3756B1DE8A2F}"/>
              </a:ext>
            </a:extLst>
          </p:cNvPr>
          <p:cNvSpPr/>
          <p:nvPr/>
        </p:nvSpPr>
        <p:spPr>
          <a:xfrm>
            <a:off x="10006191" y="1613961"/>
            <a:ext cx="346509" cy="308009"/>
          </a:xfrm>
          <a:prstGeom prst="rect">
            <a:avLst/>
          </a:prstGeom>
          <a:noFill/>
          <a:ln w="57150">
            <a:solidFill>
              <a:srgbClr val="4767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5A8973D-0809-4E37-B59D-DC4C785543C6}"/>
              </a:ext>
            </a:extLst>
          </p:cNvPr>
          <p:cNvSpPr/>
          <p:nvPr/>
        </p:nvSpPr>
        <p:spPr>
          <a:xfrm>
            <a:off x="8692883" y="4324350"/>
            <a:ext cx="679718" cy="229806"/>
          </a:xfrm>
          <a:prstGeom prst="rect">
            <a:avLst/>
          </a:prstGeom>
          <a:noFill/>
          <a:ln w="57150">
            <a:solidFill>
              <a:srgbClr val="4767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28BEED7-192B-E333-0C52-66D4CDB47353}"/>
              </a:ext>
            </a:extLst>
          </p:cNvPr>
          <p:cNvSpPr/>
          <p:nvPr/>
        </p:nvSpPr>
        <p:spPr>
          <a:xfrm>
            <a:off x="7715250" y="5073779"/>
            <a:ext cx="4083048" cy="517395"/>
          </a:xfrm>
          <a:prstGeom prst="rect">
            <a:avLst/>
          </a:prstGeom>
          <a:noFill/>
          <a:ln w="57150">
            <a:solidFill>
              <a:srgbClr val="4767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4EE3DE04-6CF0-A447-EB88-817679936121}"/>
              </a:ext>
            </a:extLst>
          </p:cNvPr>
          <p:cNvSpPr/>
          <p:nvPr/>
        </p:nvSpPr>
        <p:spPr>
          <a:xfrm>
            <a:off x="11197957" y="3295650"/>
            <a:ext cx="794018" cy="372414"/>
          </a:xfrm>
          <a:prstGeom prst="rect">
            <a:avLst/>
          </a:prstGeom>
          <a:noFill/>
          <a:ln w="57150">
            <a:solidFill>
              <a:srgbClr val="4767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85371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44B124-6799-F2AF-581F-1751EC77E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accent1"/>
                </a:solidFill>
              </a:rPr>
              <a:t>Window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2EA511-45D4-5DE4-746A-6988F45112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211176"/>
            <a:ext cx="11404600" cy="3962400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altLang="ko-KR" sz="2000" dirty="0"/>
              <a:t>Window</a:t>
            </a:r>
            <a:r>
              <a:rPr lang="ko-KR" altLang="en-US" sz="2000" dirty="0"/>
              <a:t> </a:t>
            </a:r>
            <a:r>
              <a:rPr lang="en-US" altLang="ko-KR" sz="2000" dirty="0"/>
              <a:t>+ R  -&gt; “</a:t>
            </a:r>
            <a:r>
              <a:rPr lang="en-US" altLang="ko-KR" sz="2000" dirty="0" err="1"/>
              <a:t>ncpa.cpl</a:t>
            </a:r>
            <a:r>
              <a:rPr lang="en-US" altLang="ko-KR" sz="2000" dirty="0"/>
              <a:t>”</a:t>
            </a:r>
            <a:r>
              <a:rPr lang="ko-KR" altLang="en-US" sz="2000" dirty="0"/>
              <a:t> 검색</a:t>
            </a:r>
            <a:endParaRPr lang="en-US" altLang="ko-KR" sz="2000" dirty="0"/>
          </a:p>
          <a:p>
            <a:pPr marL="514350" indent="-514350">
              <a:buFont typeface="+mj-lt"/>
              <a:buAutoNum type="arabicPeriod"/>
            </a:pPr>
            <a:r>
              <a:rPr lang="en-US" altLang="ko-KR" sz="2000" dirty="0">
                <a:solidFill>
                  <a:srgbClr val="FF0000"/>
                </a:solidFill>
              </a:rPr>
              <a:t>“USB”</a:t>
            </a:r>
            <a:r>
              <a:rPr lang="ko-KR" altLang="en-US" sz="2000" dirty="0">
                <a:solidFill>
                  <a:srgbClr val="FF0000"/>
                </a:solidFill>
              </a:rPr>
              <a:t>가 포함된 </a:t>
            </a:r>
            <a:r>
              <a:rPr lang="en-US" altLang="ko-KR" sz="2000" dirty="0">
                <a:solidFill>
                  <a:srgbClr val="FF0000"/>
                </a:solidFill>
              </a:rPr>
              <a:t>“</a:t>
            </a:r>
            <a:r>
              <a:rPr lang="ko-KR" altLang="en-US" sz="2000" dirty="0">
                <a:solidFill>
                  <a:srgbClr val="FF0000"/>
                </a:solidFill>
              </a:rPr>
              <a:t>이더넷 선택</a:t>
            </a:r>
            <a:endParaRPr lang="en-US" altLang="ko-KR" sz="2000" dirty="0">
              <a:solidFill>
                <a:srgbClr val="FF0000"/>
              </a:solidFill>
            </a:endParaRPr>
          </a:p>
          <a:p>
            <a:pPr lvl="1"/>
            <a:r>
              <a:rPr lang="ko-KR" altLang="en-US" sz="1600" dirty="0" err="1"/>
              <a:t>우클릭</a:t>
            </a:r>
            <a:r>
              <a:rPr lang="ko-KR" altLang="en-US" sz="1600" dirty="0"/>
              <a:t> </a:t>
            </a:r>
            <a:r>
              <a:rPr lang="en-US" altLang="ko-KR" sz="1600" dirty="0"/>
              <a:t>-&gt; </a:t>
            </a:r>
            <a:r>
              <a:rPr lang="ko-KR" altLang="en-US" sz="1600" dirty="0"/>
              <a:t>속성</a:t>
            </a:r>
            <a:endParaRPr lang="en-US" altLang="ko-KR" sz="16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769A044-9EDD-51E0-E218-446D78D71B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2960" b="67174"/>
          <a:stretch>
            <a:fillRect/>
          </a:stretch>
        </p:blipFill>
        <p:spPr>
          <a:xfrm>
            <a:off x="3124080" y="2827533"/>
            <a:ext cx="9057588" cy="2498332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A9E742F7-173E-F181-B626-17C0720340E4}"/>
              </a:ext>
            </a:extLst>
          </p:cNvPr>
          <p:cNvSpPr/>
          <p:nvPr/>
        </p:nvSpPr>
        <p:spPr>
          <a:xfrm>
            <a:off x="9965410" y="4633993"/>
            <a:ext cx="1999282" cy="371960"/>
          </a:xfrm>
          <a:prstGeom prst="rect">
            <a:avLst/>
          </a:prstGeom>
          <a:noFill/>
          <a:ln w="57150">
            <a:solidFill>
              <a:srgbClr val="4767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355AD78-24F8-73EA-4BAE-56831AEF18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183" y="3189351"/>
            <a:ext cx="4691697" cy="2769005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F823466D-8965-BE3C-CD9D-602FEEAFFF7C}"/>
              </a:ext>
            </a:extLst>
          </p:cNvPr>
          <p:cNvSpPr/>
          <p:nvPr/>
        </p:nvSpPr>
        <p:spPr>
          <a:xfrm>
            <a:off x="1638502" y="4499029"/>
            <a:ext cx="903220" cy="398435"/>
          </a:xfrm>
          <a:prstGeom prst="rect">
            <a:avLst/>
          </a:prstGeom>
          <a:noFill/>
          <a:ln w="57150">
            <a:solidFill>
              <a:srgbClr val="4767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10665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2092E-1E91-C606-DD5C-A43DAE3E6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DB88531-515E-CB16-C55A-716A7AFB14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391499"/>
            <a:ext cx="6429375" cy="4351338"/>
          </a:xfrm>
        </p:spPr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en-US" altLang="ko-KR" sz="2000" dirty="0"/>
              <a:t>“</a:t>
            </a:r>
            <a:r>
              <a:rPr lang="ko-KR" altLang="en-US" sz="2000" dirty="0"/>
              <a:t>인터넷 프로토콜 버전 </a:t>
            </a:r>
            <a:r>
              <a:rPr lang="en-US" altLang="ko-KR" sz="2000" dirty="0"/>
              <a:t>4(TCP/IPv4)” </a:t>
            </a:r>
            <a:r>
              <a:rPr lang="ko-KR" altLang="en-US" sz="2000" dirty="0"/>
              <a:t>선택 및 속성</a:t>
            </a:r>
            <a:endParaRPr lang="en-US" altLang="ko-KR" sz="2000" dirty="0"/>
          </a:p>
          <a:p>
            <a:pPr marL="514350" indent="-514350">
              <a:buFont typeface="+mj-lt"/>
              <a:buAutoNum type="arabicPeriod" startAt="3"/>
            </a:pPr>
            <a:r>
              <a:rPr lang="en-US" altLang="ko-KR" sz="2000" dirty="0"/>
              <a:t>“</a:t>
            </a:r>
            <a:r>
              <a:rPr lang="ko-KR" altLang="en-US" sz="2000" dirty="0"/>
              <a:t>다음으로 </a:t>
            </a:r>
            <a:r>
              <a:rPr lang="en-US" altLang="ko-KR" sz="2000" dirty="0"/>
              <a:t>IP </a:t>
            </a:r>
            <a:r>
              <a:rPr lang="ko-KR" altLang="en-US" sz="2000" dirty="0"/>
              <a:t>주소 사용</a:t>
            </a:r>
            <a:r>
              <a:rPr lang="en-US" altLang="ko-KR" sz="2000" dirty="0"/>
              <a:t>” </a:t>
            </a:r>
            <a:r>
              <a:rPr lang="ko-KR" altLang="en-US" sz="2000" dirty="0"/>
              <a:t>선택</a:t>
            </a:r>
            <a:endParaRPr lang="en-US" altLang="ko-KR" sz="2000" dirty="0"/>
          </a:p>
          <a:p>
            <a:pPr marL="971550" lvl="1" indent="-514350">
              <a:buFont typeface="+mj-lt"/>
              <a:buAutoNum type="arabicPeriod"/>
            </a:pPr>
            <a:r>
              <a:rPr lang="en-US" altLang="ko-KR" sz="1600" dirty="0"/>
              <a:t>Jetson</a:t>
            </a:r>
            <a:r>
              <a:rPr lang="ko-KR" altLang="en-US" sz="1600" dirty="0"/>
              <a:t>에서 설정한 </a:t>
            </a:r>
            <a:r>
              <a:rPr lang="en-US" altLang="ko-KR" sz="1600" dirty="0"/>
              <a:t>IP</a:t>
            </a:r>
            <a:r>
              <a:rPr lang="ko-KR" altLang="en-US" sz="1600" dirty="0"/>
              <a:t>와 </a:t>
            </a:r>
            <a:r>
              <a:rPr lang="ko-KR" altLang="en-US" sz="1600" b="1" dirty="0">
                <a:solidFill>
                  <a:srgbClr val="FF0000"/>
                </a:solidFill>
              </a:rPr>
              <a:t>마지막 한자리만 다르게 </a:t>
            </a:r>
            <a:r>
              <a:rPr lang="en-US" altLang="ko-KR" sz="1600" b="1" dirty="0">
                <a:solidFill>
                  <a:srgbClr val="FF0000"/>
                </a:solidFill>
              </a:rPr>
              <a:t>IP</a:t>
            </a:r>
            <a:r>
              <a:rPr lang="ko-KR" altLang="en-US" sz="1600" b="1" dirty="0">
                <a:solidFill>
                  <a:srgbClr val="FF0000"/>
                </a:solidFill>
              </a:rPr>
              <a:t>주소 설정</a:t>
            </a:r>
            <a:endParaRPr lang="en-US" altLang="ko-KR" sz="1600" b="1" dirty="0">
              <a:solidFill>
                <a:srgbClr val="FF0000"/>
              </a:solidFill>
            </a:endParaRPr>
          </a:p>
          <a:p>
            <a:pPr marL="971550" lvl="1" indent="-514350">
              <a:buFont typeface="+mj-lt"/>
              <a:buAutoNum type="arabicPeriod"/>
            </a:pPr>
            <a:r>
              <a:rPr lang="ko-KR" altLang="en-US" sz="1600" dirty="0" err="1"/>
              <a:t>서브넷</a:t>
            </a:r>
            <a:r>
              <a:rPr lang="ko-KR" altLang="en-US" sz="1600" dirty="0"/>
              <a:t> 마스크 </a:t>
            </a:r>
            <a:r>
              <a:rPr lang="en-US" altLang="ko-KR" sz="1600" dirty="0"/>
              <a:t>255.255.255.0 </a:t>
            </a:r>
            <a:r>
              <a:rPr lang="ko-KR" altLang="en-US" sz="1600" dirty="0"/>
              <a:t>입력</a:t>
            </a:r>
            <a:endParaRPr lang="en-US" altLang="ko-KR" sz="1600" dirty="0"/>
          </a:p>
          <a:p>
            <a:pPr marL="971550" lvl="1" indent="-514350">
              <a:buFont typeface="+mj-lt"/>
              <a:buAutoNum type="arabicPeriod"/>
            </a:pPr>
            <a:r>
              <a:rPr lang="ko-KR" altLang="en-US" sz="1600" dirty="0"/>
              <a:t>게이트웨이</a:t>
            </a:r>
            <a:r>
              <a:rPr lang="en-US" altLang="ko-KR" sz="1600" dirty="0"/>
              <a:t>, DNS </a:t>
            </a:r>
            <a:r>
              <a:rPr lang="ko-KR" altLang="en-US" sz="1600" dirty="0"/>
              <a:t>비워놓기</a:t>
            </a:r>
            <a:endParaRPr lang="en-US" altLang="ko-KR" sz="1600" dirty="0"/>
          </a:p>
          <a:p>
            <a:pPr marL="971550" lvl="1" indent="-514350">
              <a:buFont typeface="+mj-lt"/>
              <a:buAutoNum type="arabicPeriod"/>
            </a:pPr>
            <a:r>
              <a:rPr lang="ko-KR" altLang="en-US" sz="1600" dirty="0"/>
              <a:t>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1D5D4B5-CC7E-0308-840C-02416EA4E3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0642" y="2516329"/>
            <a:ext cx="3087058" cy="3908968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4F65D63-72A8-4260-398E-23005EEDC9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027" y="2516329"/>
            <a:ext cx="3409950" cy="3801336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ED7B5710-83AC-8879-B5A7-0896A779DA96}"/>
              </a:ext>
            </a:extLst>
          </p:cNvPr>
          <p:cNvSpPr/>
          <p:nvPr/>
        </p:nvSpPr>
        <p:spPr>
          <a:xfrm>
            <a:off x="5323969" y="4522188"/>
            <a:ext cx="1888907" cy="318893"/>
          </a:xfrm>
          <a:prstGeom prst="rect">
            <a:avLst/>
          </a:prstGeom>
          <a:noFill/>
          <a:ln w="57150">
            <a:solidFill>
              <a:srgbClr val="4767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08498BB-E744-AAC8-C2EA-7E808AB1CE91}"/>
              </a:ext>
            </a:extLst>
          </p:cNvPr>
          <p:cNvSpPr/>
          <p:nvPr/>
        </p:nvSpPr>
        <p:spPr>
          <a:xfrm>
            <a:off x="7212876" y="5055056"/>
            <a:ext cx="923925" cy="318894"/>
          </a:xfrm>
          <a:prstGeom prst="rect">
            <a:avLst/>
          </a:prstGeom>
          <a:noFill/>
          <a:ln w="57150">
            <a:solidFill>
              <a:srgbClr val="4767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24E4F53-F3FD-34BF-E596-538FA46AEAB0}"/>
              </a:ext>
            </a:extLst>
          </p:cNvPr>
          <p:cNvSpPr/>
          <p:nvPr/>
        </p:nvSpPr>
        <p:spPr>
          <a:xfrm>
            <a:off x="8480153" y="3658032"/>
            <a:ext cx="2838450" cy="708950"/>
          </a:xfrm>
          <a:prstGeom prst="rect">
            <a:avLst/>
          </a:prstGeom>
          <a:noFill/>
          <a:ln w="57150">
            <a:solidFill>
              <a:srgbClr val="4767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76BEF359-D89E-0F36-79C3-EA7EC43B36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344008"/>
            <a:ext cx="11404600" cy="1047491"/>
          </a:xfrm>
        </p:spPr>
        <p:txBody>
          <a:bodyPr/>
          <a:lstStyle/>
          <a:p>
            <a:r>
              <a:rPr lang="en-US" altLang="ko-KR" dirty="0">
                <a:solidFill>
                  <a:schemeClr val="accent1"/>
                </a:solidFill>
              </a:rPr>
              <a:t>Window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25175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58">
            <a:extLst>
              <a:ext uri="{FF2B5EF4-FFF2-40B4-BE49-F238E27FC236}">
                <a16:creationId xmlns:a16="http://schemas.microsoft.com/office/drawing/2014/main" id="{D6AD4425-62A5-20FE-DA81-DB0262F8E9D3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b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fld id="{DB7BEEEC-A170-5376-2B6E-CB54687B0CB1}" type="slidenum">
              <a:rPr>
                <a:latin typeface="Pretendard"/>
                <a:ea typeface="Pretendard"/>
                <a:cs typeface="Pretendard"/>
              </a:rPr>
              <a:t>24</a:t>
            </a:fld>
            <a:endParaRPr/>
          </a:p>
        </p:txBody>
      </p:sp>
      <p:sp>
        <p:nvSpPr>
          <p:cNvPr id="533" name="Google Shape;533;p58">
            <a:extLst>
              <a:ext uri="{FF2B5EF4-FFF2-40B4-BE49-F238E27FC236}">
                <a16:creationId xmlns:a16="http://schemas.microsoft.com/office/drawing/2014/main" id="{CCB3C549-3412-D9EC-FC96-8C0EA25A4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699" y="344009"/>
            <a:ext cx="11404599" cy="595791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r>
              <a:rPr>
                <a:solidFill>
                  <a:schemeClr val="accent1"/>
                </a:solidFill>
                <a:latin typeface="Pretendard"/>
                <a:ea typeface="Pretendard"/>
                <a:cs typeface="Pretendard"/>
              </a:rPr>
              <a:t>WSL2 Mirrored Networking</a:t>
            </a:r>
          </a:p>
        </p:txBody>
      </p:sp>
      <p:sp>
        <p:nvSpPr>
          <p:cNvPr id="3" name="Google Shape;534;p58">
            <a:extLst>
              <a:ext uri="{FF2B5EF4-FFF2-40B4-BE49-F238E27FC236}">
                <a16:creationId xmlns:a16="http://schemas.microsoft.com/office/drawing/2014/main" id="{076E58D8-94E3-59EF-6F5D-94479531D945}"/>
              </a:ext>
            </a:extLst>
          </p:cNvPr>
          <p:cNvSpPr>
            <a:spLocks noGrp="1"/>
          </p:cNvSpPr>
          <p:nvPr/>
        </p:nvSpPr>
        <p:spPr>
          <a:xfrm>
            <a:off x="391970" y="1934870"/>
            <a:ext cx="11404598" cy="3619499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342900" indent="-3429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AutoNum type="arabicPeriod"/>
              <a:defRPr>
                <a:latin typeface="Pretendard"/>
                <a:ea typeface="Pretendard"/>
                <a:cs typeface="Pretendard"/>
              </a:defRPr>
            </a:pPr>
            <a:r>
              <a:rPr lang="en-US" altLang="ko-KR" sz="1600" dirty="0" err="1"/>
              <a:t>Powershell</a:t>
            </a:r>
            <a:r>
              <a:rPr lang="en-US" altLang="ko-KR" sz="1600" dirty="0"/>
              <a:t> </a:t>
            </a:r>
            <a:r>
              <a:rPr lang="ko-KR" altLang="en-US" sz="1600" dirty="0"/>
              <a:t>에서   </a:t>
            </a:r>
            <a:r>
              <a:rPr lang="en-US" altLang="ko-KR" sz="1600" dirty="0"/>
              <a:t>`</a:t>
            </a:r>
            <a:r>
              <a:rPr lang="ko-KR" altLang="ko-KR" sz="1600" dirty="0"/>
              <a:t> </a:t>
            </a:r>
            <a:r>
              <a:rPr lang="ko-KR" altLang="ko-KR" sz="1600" dirty="0" err="1"/>
              <a:t>notepad</a:t>
            </a:r>
            <a:r>
              <a:rPr lang="ko-KR" altLang="ko-KR" sz="1600" dirty="0"/>
              <a:t> $</a:t>
            </a:r>
            <a:r>
              <a:rPr lang="ko-KR" altLang="ko-KR" sz="1600" dirty="0" err="1"/>
              <a:t>env:USERPROFILE</a:t>
            </a:r>
            <a:r>
              <a:rPr lang="ko-KR" altLang="ko-KR" sz="1600" dirty="0"/>
              <a:t>\.</a:t>
            </a:r>
            <a:r>
              <a:rPr lang="ko-KR" altLang="ko-KR" sz="1600" dirty="0" err="1"/>
              <a:t>wslconfig</a:t>
            </a:r>
            <a:r>
              <a:rPr lang="en-US" altLang="ko-KR" sz="1600" dirty="0"/>
              <a:t>` </a:t>
            </a:r>
            <a:r>
              <a:rPr lang="ko-KR" altLang="en-US" sz="1600" dirty="0"/>
              <a:t>실행</a:t>
            </a:r>
            <a:endParaRPr lang="en-US" altLang="ko-KR" sz="1600" dirty="0"/>
          </a:p>
          <a:p>
            <a:pPr lvl="1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defRPr>
                <a:latin typeface="Pretendard"/>
                <a:ea typeface="Pretendard"/>
                <a:cs typeface="Pretendard"/>
              </a:defRPr>
            </a:pPr>
            <a:r>
              <a:rPr lang="ko-KR" altLang="en-US" sz="1200" dirty="0"/>
              <a:t>그림과 같이</a:t>
            </a:r>
            <a:r>
              <a:rPr lang="en-US" altLang="ko-KR" sz="1200" dirty="0"/>
              <a:t>, </a:t>
            </a:r>
            <a:r>
              <a:rPr lang="ko-KR" altLang="ko-KR" sz="1200" dirty="0"/>
              <a:t>[wsl2]</a:t>
            </a:r>
            <a:r>
              <a:rPr lang="en-US" altLang="ko-KR" sz="1200" dirty="0"/>
              <a:t> </a:t>
            </a:r>
            <a:r>
              <a:rPr lang="ko-KR" altLang="ko-KR" sz="1200" dirty="0" err="1"/>
              <a:t>networkingMode</a:t>
            </a:r>
            <a:r>
              <a:rPr lang="ko-KR" altLang="ko-KR" sz="1200" dirty="0"/>
              <a:t>=</a:t>
            </a:r>
            <a:r>
              <a:rPr lang="ko-KR" altLang="ko-KR" sz="1200" dirty="0" err="1"/>
              <a:t>mirrored</a:t>
            </a:r>
            <a:r>
              <a:rPr lang="en-US" altLang="ko-KR" sz="1200" dirty="0"/>
              <a:t> </a:t>
            </a:r>
            <a:r>
              <a:rPr lang="ko-KR" altLang="en-US" sz="1200" dirty="0"/>
              <a:t>를 입력 및 저장</a:t>
            </a:r>
            <a:endParaRPr lang="en-US" altLang="ko-KR" sz="1200" dirty="0"/>
          </a:p>
          <a:p>
            <a:pPr marL="342900" indent="-3429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arabicPeriod"/>
              <a:defRPr>
                <a:latin typeface="Pretendard"/>
                <a:ea typeface="Pretendard"/>
                <a:cs typeface="Pretendard"/>
              </a:defRPr>
            </a:pPr>
            <a:r>
              <a:rPr lang="en-US" altLang="ko-KR" sz="1600" dirty="0" err="1"/>
              <a:t>wsl</a:t>
            </a:r>
            <a:r>
              <a:rPr lang="en-US" altLang="ko-KR" sz="1600" dirty="0"/>
              <a:t> --shutdown   </a:t>
            </a:r>
            <a:r>
              <a:rPr lang="ko-KR" altLang="en-US" sz="1600" dirty="0"/>
              <a:t>을 통해 </a:t>
            </a:r>
            <a:r>
              <a:rPr lang="en-US" altLang="ko-KR" sz="1600" dirty="0" err="1"/>
              <a:t>wsl</a:t>
            </a:r>
            <a:r>
              <a:rPr lang="ko-KR" altLang="en-US" sz="1600" dirty="0"/>
              <a:t> 재시작</a:t>
            </a:r>
            <a:endParaRPr lang="en-US" altLang="ko-KR" sz="1600" dirty="0"/>
          </a:p>
          <a:p>
            <a:pPr marL="342900" indent="-3429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arabicPeriod"/>
              <a:defRPr>
                <a:latin typeface="Pretendard"/>
                <a:ea typeface="Pretendard"/>
                <a:cs typeface="Pretendard"/>
              </a:defRPr>
            </a:pPr>
            <a:r>
              <a:rPr lang="ko-KR" altLang="ko-KR" sz="1600" dirty="0" err="1">
                <a:solidFill>
                  <a:srgbClr val="FF0000"/>
                </a:solidFill>
              </a:rPr>
              <a:t>powershell</a:t>
            </a:r>
            <a:r>
              <a:rPr lang="ko-KR" altLang="ko-KR" sz="1600" dirty="0">
                <a:solidFill>
                  <a:srgbClr val="FF0000"/>
                </a:solidFill>
              </a:rPr>
              <a:t> 관리자 모드에서</a:t>
            </a:r>
            <a:r>
              <a:rPr lang="en-US" altLang="ko-KR" sz="1600" dirty="0">
                <a:solidFill>
                  <a:srgbClr val="FF0000"/>
                </a:solidFill>
              </a:rPr>
              <a:t> </a:t>
            </a:r>
            <a:r>
              <a:rPr lang="ko-KR" altLang="en-US" sz="1600" dirty="0">
                <a:solidFill>
                  <a:srgbClr val="FF0000"/>
                </a:solidFill>
              </a:rPr>
              <a:t>다음 명령어 실행</a:t>
            </a:r>
            <a:endParaRPr lang="en-US" altLang="ko-KR" sz="1600" dirty="0">
              <a:solidFill>
                <a:srgbClr val="FF0000"/>
              </a:solidFill>
            </a:endParaRPr>
          </a:p>
          <a:p>
            <a:pPr lvl="1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defRPr>
                <a:latin typeface="Pretendard"/>
                <a:ea typeface="Pretendard"/>
                <a:cs typeface="Pretendard"/>
              </a:defRPr>
            </a:pPr>
            <a:r>
              <a:rPr lang="ko-KR" altLang="ko-KR" sz="1200" dirty="0" err="1"/>
              <a:t>Set-NetFirewallHyperVVMSetting</a:t>
            </a:r>
            <a:r>
              <a:rPr lang="ko-KR" altLang="ko-KR" sz="1200" dirty="0"/>
              <a:t> -</a:t>
            </a:r>
            <a:r>
              <a:rPr lang="ko-KR" altLang="ko-KR" sz="1200" dirty="0" err="1"/>
              <a:t>Name</a:t>
            </a:r>
            <a:r>
              <a:rPr lang="ko-KR" altLang="ko-KR" sz="1200" dirty="0"/>
              <a:t> '{40E0AC32-46A5-438A-A0B2-2B479E8F2E90}' -</a:t>
            </a:r>
            <a:r>
              <a:rPr lang="ko-KR" altLang="ko-KR" sz="1200" dirty="0" err="1"/>
              <a:t>DefaultInboundAction</a:t>
            </a:r>
            <a:r>
              <a:rPr lang="ko-KR" altLang="ko-KR" sz="1200" dirty="0"/>
              <a:t> </a:t>
            </a:r>
            <a:r>
              <a:rPr lang="ko-KR" altLang="ko-KR" sz="1200" dirty="0" err="1"/>
              <a:t>Allow</a:t>
            </a:r>
            <a:endParaRPr lang="en-US" altLang="ko-KR" sz="1200" dirty="0"/>
          </a:p>
          <a:p>
            <a:pPr lvl="1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defRPr>
                <a:latin typeface="Pretendard"/>
                <a:ea typeface="Pretendard"/>
                <a:cs typeface="Pretendard"/>
              </a:defRPr>
            </a:pPr>
            <a:r>
              <a:rPr lang="ko-KR" altLang="ko-KR" sz="1200" dirty="0"/>
              <a:t> </a:t>
            </a:r>
            <a:r>
              <a:rPr lang="ko-KR" altLang="ko-KR" sz="1200" dirty="0" err="1"/>
              <a:t>WSL의</a:t>
            </a:r>
            <a:r>
              <a:rPr lang="ko-KR" altLang="ko-KR" sz="1200" dirty="0"/>
              <a:t> </a:t>
            </a:r>
            <a:r>
              <a:rPr lang="ko-KR" altLang="ko-KR" sz="1200" dirty="0" err="1"/>
              <a:t>inbound</a:t>
            </a:r>
            <a:r>
              <a:rPr lang="ko-KR" altLang="ko-KR" sz="1200" dirty="0"/>
              <a:t> 방화벽을 허용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endParaRPr sz="16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" name="Google Shape;534;p58">
            <a:extLst>
              <a:ext uri="{FF2B5EF4-FFF2-40B4-BE49-F238E27FC236}">
                <a16:creationId xmlns:a16="http://schemas.microsoft.com/office/drawing/2014/main" id="{EC39CC4A-7702-F34C-BFC1-C34643FFFDEE}"/>
              </a:ext>
            </a:extLst>
          </p:cNvPr>
          <p:cNvSpPr>
            <a:spLocks noGrp="1"/>
          </p:cNvSpPr>
          <p:nvPr/>
        </p:nvSpPr>
        <p:spPr>
          <a:xfrm>
            <a:off x="393700" y="1436666"/>
            <a:ext cx="5871672" cy="719318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2000" dirty="0" err="1">
                <a:latin typeface="Pretendard"/>
                <a:ea typeface="Pretendard"/>
                <a:cs typeface="Pretendard"/>
              </a:rPr>
              <a:t>Windows와</a:t>
            </a:r>
            <a:r>
              <a:rPr sz="2000" dirty="0">
                <a:latin typeface="Pretendard"/>
                <a:ea typeface="Pretendard"/>
                <a:cs typeface="Pretendard"/>
              </a:rPr>
              <a:t> WSL2의 Network Interface </a:t>
            </a:r>
            <a:r>
              <a:rPr sz="2000" dirty="0" err="1">
                <a:latin typeface="Pretendard"/>
                <a:ea typeface="Pretendard"/>
                <a:cs typeface="Pretendard"/>
              </a:rPr>
              <a:t>공유</a:t>
            </a:r>
            <a:endParaRPr sz="2000" dirty="0">
              <a:latin typeface="Pretendard"/>
              <a:ea typeface="Pretendard"/>
              <a:cs typeface="Pretendard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7DE8F9EA-AE6E-39C3-8F84-FD18E0FEBEA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6855" b="72762"/>
          <a:stretch>
            <a:fillRect/>
          </a:stretch>
        </p:blipFill>
        <p:spPr>
          <a:xfrm>
            <a:off x="7742603" y="4289894"/>
            <a:ext cx="3422703" cy="1626937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F6B4FDBB-00F9-D2E2-0FC8-A289715CD21E}"/>
              </a:ext>
            </a:extLst>
          </p:cNvPr>
          <p:cNvSpPr/>
          <p:nvPr/>
        </p:nvSpPr>
        <p:spPr>
          <a:xfrm>
            <a:off x="7715250" y="5113421"/>
            <a:ext cx="2499561" cy="477753"/>
          </a:xfrm>
          <a:prstGeom prst="rect">
            <a:avLst/>
          </a:prstGeom>
          <a:noFill/>
          <a:ln w="57150">
            <a:solidFill>
              <a:srgbClr val="4767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61403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9991AF-2E29-88BD-B4FA-4F1C73D7A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accent1"/>
                </a:solidFill>
              </a:rPr>
              <a:t>PC-Jetson </a:t>
            </a:r>
            <a:r>
              <a:rPr lang="ko-KR" altLang="en-US" dirty="0">
                <a:solidFill>
                  <a:schemeClr val="accent1"/>
                </a:solidFill>
              </a:rPr>
              <a:t>연결 확인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A585C0-EC48-7EFA-02DE-FB2208F69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391499"/>
            <a:ext cx="11404600" cy="3962400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altLang="ko-KR" sz="2000" dirty="0"/>
              <a:t>Window</a:t>
            </a:r>
            <a:r>
              <a:rPr lang="ko-KR" altLang="en-US" sz="2000" dirty="0"/>
              <a:t>에서 </a:t>
            </a:r>
            <a:r>
              <a:rPr lang="en-US" altLang="ko-KR" sz="2000" dirty="0" err="1"/>
              <a:t>powershell</a:t>
            </a:r>
            <a:endParaRPr lang="en-US" altLang="ko-KR" sz="2000" dirty="0"/>
          </a:p>
          <a:p>
            <a:pPr marL="457200" indent="-457200">
              <a:buFont typeface="+mj-lt"/>
              <a:buAutoNum type="arabicPeriod"/>
            </a:pPr>
            <a:r>
              <a:rPr lang="en-US" altLang="ko-KR" sz="2000" dirty="0"/>
              <a:t>“ping &lt;</a:t>
            </a:r>
            <a:r>
              <a:rPr lang="ko-KR" altLang="en-US" sz="2000" dirty="0"/>
              <a:t>설정한 </a:t>
            </a:r>
            <a:r>
              <a:rPr lang="en-US" altLang="ko-KR" sz="2000" dirty="0"/>
              <a:t>jetson</a:t>
            </a:r>
            <a:r>
              <a:rPr lang="ko-KR" altLang="en-US" sz="2000" dirty="0"/>
              <a:t>의 </a:t>
            </a:r>
            <a:r>
              <a:rPr lang="en-US" altLang="ko-KR" sz="2000" dirty="0" err="1"/>
              <a:t>ip</a:t>
            </a:r>
            <a:r>
              <a:rPr lang="en-US" altLang="ko-KR" sz="2000" dirty="0"/>
              <a:t>&gt;” </a:t>
            </a:r>
            <a:r>
              <a:rPr lang="ko-KR" altLang="en-US" sz="2000" dirty="0"/>
              <a:t>입력</a:t>
            </a:r>
            <a:endParaRPr lang="en-US" altLang="ko-KR" sz="2000" dirty="0"/>
          </a:p>
          <a:p>
            <a:pPr lvl="1"/>
            <a:r>
              <a:rPr lang="ko-KR" altLang="en-US" sz="1600" dirty="0"/>
              <a:t>다음 그림처럼 응답이 오면 정상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DB506D2-7295-41D1-02B0-4211244B8E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208" b="42557"/>
          <a:stretch>
            <a:fillRect/>
          </a:stretch>
        </p:blipFill>
        <p:spPr>
          <a:xfrm>
            <a:off x="4568003" y="2665926"/>
            <a:ext cx="7134508" cy="3381527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0773970E-8EFC-F18B-F377-62461CD259EB}"/>
              </a:ext>
            </a:extLst>
          </p:cNvPr>
          <p:cNvSpPr/>
          <p:nvPr/>
        </p:nvSpPr>
        <p:spPr>
          <a:xfrm>
            <a:off x="4568003" y="4003564"/>
            <a:ext cx="4572283" cy="1850062"/>
          </a:xfrm>
          <a:prstGeom prst="rect">
            <a:avLst/>
          </a:prstGeom>
          <a:noFill/>
          <a:ln w="57150">
            <a:solidFill>
              <a:srgbClr val="4767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557F609-56A5-4BE1-280D-B3F0171160ED}"/>
              </a:ext>
            </a:extLst>
          </p:cNvPr>
          <p:cNvSpPr/>
          <p:nvPr/>
        </p:nvSpPr>
        <p:spPr>
          <a:xfrm>
            <a:off x="6770466" y="3643190"/>
            <a:ext cx="1127760" cy="220981"/>
          </a:xfrm>
          <a:prstGeom prst="rect">
            <a:avLst/>
          </a:prstGeom>
          <a:solidFill>
            <a:schemeClr val="tx1"/>
          </a:solidFill>
          <a:ln w="571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11243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4DAE3-4B7C-7F56-1C9F-8EB113402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58">
            <a:extLst>
              <a:ext uri="{FF2B5EF4-FFF2-40B4-BE49-F238E27FC236}">
                <a16:creationId xmlns:a16="http://schemas.microsoft.com/office/drawing/2014/main" id="{CF679C79-3772-47DD-A141-1BAB4651050A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b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fld id="{202359C0-8A7A-196E-DD58-8E6569619F09}" type="slidenum">
              <a:rPr>
                <a:latin typeface="Pretendard"/>
                <a:ea typeface="Pretendard"/>
                <a:cs typeface="Pretendard"/>
              </a:rPr>
              <a:t>26</a:t>
            </a:fld>
            <a:endParaRPr/>
          </a:p>
        </p:txBody>
      </p:sp>
      <p:sp>
        <p:nvSpPr>
          <p:cNvPr id="533" name="Google Shape;533;p58">
            <a:extLst>
              <a:ext uri="{FF2B5EF4-FFF2-40B4-BE49-F238E27FC236}">
                <a16:creationId xmlns:a16="http://schemas.microsoft.com/office/drawing/2014/main" id="{F87F09F8-F55F-02AB-29E8-B97A1DD1B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1170935"/>
            <a:ext cx="11404600" cy="1797958"/>
          </a:xfrm>
          <a:prstGeom prst="rect">
            <a:avLst/>
          </a:prstGeom>
        </p:spPr>
        <p:txBody>
          <a:bodyPr spcFirstLastPara="1" vert="horz" wrap="square" lIns="0" tIns="0" rIns="0" bIns="0" anchor="b">
            <a:noAutofit/>
          </a:bodyPr>
          <a:lstStyle/>
          <a:p>
            <a:pPr algn="ctr"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lang="en-US" sz="4200" dirty="0">
                <a:solidFill>
                  <a:schemeClr val="accent1"/>
                </a:solidFill>
                <a:latin typeface="Pretendard"/>
                <a:ea typeface="Pretendard"/>
                <a:cs typeface="Pretendard"/>
              </a:rPr>
              <a:t>QoS </a:t>
            </a:r>
            <a:r>
              <a:rPr lang="ko-KR" altLang="en-US" sz="4200" dirty="0">
                <a:solidFill>
                  <a:schemeClr val="accent1"/>
                </a:solidFill>
                <a:latin typeface="Pretendard"/>
                <a:ea typeface="Pretendard"/>
                <a:cs typeface="Pretendard"/>
              </a:rPr>
              <a:t>기초</a:t>
            </a:r>
            <a:endParaRPr sz="4200" dirty="0">
              <a:solidFill>
                <a:schemeClr val="accent1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Google Shape;534;p58">
            <a:extLst>
              <a:ext uri="{FF2B5EF4-FFF2-40B4-BE49-F238E27FC236}">
                <a16:creationId xmlns:a16="http://schemas.microsoft.com/office/drawing/2014/main" id="{21BDC594-E260-341C-30FC-762D1166F698}"/>
              </a:ext>
            </a:extLst>
          </p:cNvPr>
          <p:cNvSpPr>
            <a:spLocks noGrp="1"/>
          </p:cNvSpPr>
          <p:nvPr/>
        </p:nvSpPr>
        <p:spPr>
          <a:xfrm>
            <a:off x="2549677" y="3297710"/>
            <a:ext cx="7092645" cy="1865909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 algn="ctr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lang="ko-KR" altLang="en-US" sz="1600" dirty="0"/>
              <a:t>통신 환경에 맞춰 데이터 전달 정책</a:t>
            </a: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33644451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1BCA0-ABBD-1462-EF43-96841DA26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58">
            <a:extLst>
              <a:ext uri="{FF2B5EF4-FFF2-40B4-BE49-F238E27FC236}">
                <a16:creationId xmlns:a16="http://schemas.microsoft.com/office/drawing/2014/main" id="{4E907467-0112-1BC5-2220-A29ECAF981A2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b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fld id="{202359C0-8A7A-196E-DD58-8E6569619F09}" type="slidenum">
              <a:rPr>
                <a:latin typeface="Pretendard"/>
                <a:ea typeface="Pretendard"/>
                <a:cs typeface="Pretendard"/>
              </a:rPr>
              <a:t>27</a:t>
            </a:fld>
            <a:endParaRPr/>
          </a:p>
        </p:txBody>
      </p:sp>
      <p:sp>
        <p:nvSpPr>
          <p:cNvPr id="533" name="Google Shape;533;p58">
            <a:extLst>
              <a:ext uri="{FF2B5EF4-FFF2-40B4-BE49-F238E27FC236}">
                <a16:creationId xmlns:a16="http://schemas.microsoft.com/office/drawing/2014/main" id="{41AB520D-BBDC-3066-AFB9-271981EFE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1170935"/>
            <a:ext cx="11404600" cy="1797958"/>
          </a:xfrm>
          <a:prstGeom prst="rect">
            <a:avLst/>
          </a:prstGeom>
        </p:spPr>
        <p:txBody>
          <a:bodyPr spcFirstLastPara="1" vert="horz" wrap="square" lIns="0" tIns="0" rIns="0" bIns="0" anchor="b">
            <a:noAutofit/>
          </a:bodyPr>
          <a:lstStyle/>
          <a:p>
            <a:pPr algn="ctr"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lang="ko-KR" altLang="en-US" sz="4200" dirty="0">
                <a:solidFill>
                  <a:schemeClr val="accent1"/>
                </a:solidFill>
                <a:latin typeface="Pretendard"/>
                <a:ea typeface="Pretendard"/>
                <a:cs typeface="Pretendard"/>
              </a:rPr>
              <a:t>기타 참고사항</a:t>
            </a:r>
            <a:endParaRPr sz="4200" dirty="0">
              <a:solidFill>
                <a:schemeClr val="accent1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Google Shape;534;p58">
            <a:extLst>
              <a:ext uri="{FF2B5EF4-FFF2-40B4-BE49-F238E27FC236}">
                <a16:creationId xmlns:a16="http://schemas.microsoft.com/office/drawing/2014/main" id="{A5514051-5595-F9F1-8A8E-AE54C1A804FE}"/>
              </a:ext>
            </a:extLst>
          </p:cNvPr>
          <p:cNvSpPr>
            <a:spLocks noGrp="1"/>
          </p:cNvSpPr>
          <p:nvPr/>
        </p:nvSpPr>
        <p:spPr>
          <a:xfrm>
            <a:off x="2549677" y="3297710"/>
            <a:ext cx="7092645" cy="1865909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 algn="ctr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lang="en-US" sz="1600" dirty="0">
                <a:latin typeface="Pretendard SemiBold"/>
                <a:ea typeface="Pretendard SemiBold"/>
                <a:cs typeface="Pretendard SemiBold"/>
              </a:rPr>
              <a:t>ROS2 commands</a:t>
            </a:r>
            <a:endParaRPr sz="1600" dirty="0">
              <a:latin typeface="Pretendard SemiBold"/>
              <a:ea typeface="Pretendard SemiBold"/>
              <a:cs typeface="Pretendard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24517047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58">
            <a:extLst>
              <a:ext uri="{FF2B5EF4-FFF2-40B4-BE49-F238E27FC236}">
                <a16:creationId xmlns:a16="http://schemas.microsoft.com/office/drawing/2014/main" id="{CCCB27A2-1D9F-6514-0821-C7CC3F675523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b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fld id="{F3AE1AE4-D79E-94D6-E825-3FC6C21A77D2}" type="slidenum">
              <a:rPr>
                <a:latin typeface="Pretendard"/>
                <a:ea typeface="Pretendard"/>
                <a:cs typeface="Pretendard"/>
              </a:rPr>
              <a:t>28</a:t>
            </a:fld>
            <a:endParaRPr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F7C895E-DE9C-ED5D-5936-715D047B60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344008"/>
            <a:ext cx="11404600" cy="755665"/>
          </a:xfrm>
        </p:spPr>
        <p:txBody>
          <a:bodyPr/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dirty="0">
                <a:solidFill>
                  <a:schemeClr val="accent1"/>
                </a:solidFill>
                <a:latin typeface="Pretendard"/>
                <a:ea typeface="Pretendard"/>
                <a:cs typeface="Pretendard"/>
              </a:rPr>
              <a:t>ROS 2 CLI</a:t>
            </a:r>
            <a:endParaRPr dirty="0">
              <a:solidFill>
                <a:schemeClr val="accent1"/>
              </a:solidFill>
            </a:endParaRPr>
          </a:p>
        </p:txBody>
      </p:sp>
      <p:sp>
        <p:nvSpPr>
          <p:cNvPr id="17" name="Google Shape;534;p58">
            <a:extLst>
              <a:ext uri="{FF2B5EF4-FFF2-40B4-BE49-F238E27FC236}">
                <a16:creationId xmlns:a16="http://schemas.microsoft.com/office/drawing/2014/main" id="{208EF3D1-5C57-8D4F-49C8-21BD74420786}"/>
              </a:ext>
            </a:extLst>
          </p:cNvPr>
          <p:cNvSpPr>
            <a:spLocks noGrp="1"/>
          </p:cNvSpPr>
          <p:nvPr/>
        </p:nvSpPr>
        <p:spPr>
          <a:xfrm>
            <a:off x="393700" y="1820543"/>
            <a:ext cx="11404600" cy="2491107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 dirty="0">
                <a:latin typeface="Pretendard"/>
                <a:ea typeface="Pretendard"/>
                <a:cs typeface="Pretendard"/>
              </a:rPr>
              <a:t>• </a:t>
            </a:r>
            <a:r>
              <a:rPr sz="1600" dirty="0" err="1">
                <a:latin typeface="Pretendard"/>
                <a:ea typeface="Pretendard"/>
                <a:cs typeface="Pretendard"/>
              </a:rPr>
              <a:t>환경</a:t>
            </a:r>
            <a:r>
              <a:rPr sz="1600" dirty="0">
                <a:latin typeface="Pretendard"/>
                <a:ea typeface="Pretendard"/>
                <a:cs typeface="Pretendard"/>
              </a:rPr>
              <a:t> — </a:t>
            </a:r>
            <a:r>
              <a:rPr sz="1600" dirty="0" err="1">
                <a:latin typeface="Pretendard"/>
                <a:ea typeface="Pretendard"/>
                <a:cs typeface="Pretendard"/>
              </a:rPr>
              <a:t>printenv·echo</a:t>
            </a:r>
            <a:r>
              <a:rPr sz="1600" dirty="0">
                <a:latin typeface="Pretendard"/>
                <a:ea typeface="Pretendard"/>
                <a:cs typeface="Pretendard"/>
              </a:rPr>
              <a:t> $ROS_DOMAIN_ID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 dirty="0">
                <a:latin typeface="Pretendard"/>
                <a:ea typeface="Pretendard"/>
                <a:cs typeface="Pretendard"/>
              </a:rPr>
              <a:t>• Graph — ros2 node list</a:t>
            </a:r>
            <a:r>
              <a:rPr lang="en-US" sz="1600" dirty="0">
                <a:latin typeface="Pretendard"/>
                <a:ea typeface="Pretendard"/>
                <a:cs typeface="Pretendard"/>
              </a:rPr>
              <a:t> / </a:t>
            </a:r>
            <a:r>
              <a:rPr sz="1600" dirty="0">
                <a:latin typeface="Pretendard"/>
                <a:ea typeface="Pretendard"/>
                <a:cs typeface="Pretendard"/>
              </a:rPr>
              <a:t>ros2 topic list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 dirty="0">
                <a:latin typeface="Pretendard"/>
                <a:ea typeface="Pretendard"/>
                <a:cs typeface="Pretendard"/>
              </a:rPr>
              <a:t>• Topic — ros2 topic info --verbose·ros2 topic </a:t>
            </a:r>
            <a:r>
              <a:rPr sz="1600" dirty="0" err="1">
                <a:latin typeface="Pretendard"/>
                <a:ea typeface="Pretendard"/>
                <a:cs typeface="Pretendard"/>
              </a:rPr>
              <a:t>hz</a:t>
            </a:r>
            <a:endParaRPr sz="1600" dirty="0">
              <a:latin typeface="Pretendard"/>
              <a:ea typeface="Pretendard"/>
              <a:cs typeface="Pretendard"/>
            </a:endParaRP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 dirty="0">
                <a:latin typeface="Pretendard"/>
                <a:ea typeface="Pretendard"/>
                <a:cs typeface="Pretendard"/>
              </a:rPr>
              <a:t>• Service — ros2 service list·ros2 service type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 dirty="0">
                <a:latin typeface="Pretendard"/>
                <a:ea typeface="Pretendard"/>
                <a:cs typeface="Pretendard"/>
              </a:rPr>
              <a:t>• </a:t>
            </a:r>
            <a:r>
              <a:rPr sz="1600" dirty="0" err="1">
                <a:latin typeface="Pretendard"/>
                <a:ea typeface="Pretendard"/>
                <a:cs typeface="Pretendard"/>
              </a:rPr>
              <a:t>호출</a:t>
            </a:r>
            <a:r>
              <a:rPr sz="1600" dirty="0">
                <a:latin typeface="Pretendard"/>
                <a:ea typeface="Pretendard"/>
                <a:cs typeface="Pretendard"/>
              </a:rPr>
              <a:t> — ros2 service call /</a:t>
            </a:r>
            <a:r>
              <a:rPr sz="1600" dirty="0" err="1">
                <a:latin typeface="Pretendard"/>
                <a:ea typeface="Pretendard"/>
                <a:cs typeface="Pretendard"/>
              </a:rPr>
              <a:t>get_joint_state</a:t>
            </a:r>
            <a:r>
              <a:rPr sz="1600" dirty="0">
                <a:latin typeface="Pretendard"/>
                <a:ea typeface="Pretendard"/>
                <a:cs typeface="Pretendard"/>
              </a:rPr>
              <a:t> …</a:t>
            </a: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 dirty="0">
                <a:latin typeface="Pretendard"/>
                <a:ea typeface="Pretendard"/>
                <a:cs typeface="Pretendard"/>
              </a:rPr>
              <a:t>• </a:t>
            </a:r>
            <a:r>
              <a:rPr sz="1600" dirty="0" err="1">
                <a:latin typeface="Pretendard"/>
                <a:ea typeface="Pretendard"/>
                <a:cs typeface="Pretendard"/>
              </a:rPr>
              <a:t>탐색</a:t>
            </a:r>
            <a:r>
              <a:rPr sz="1600" dirty="0">
                <a:latin typeface="Pretendard"/>
                <a:ea typeface="Pretendard"/>
                <a:cs typeface="Pretendard"/>
              </a:rPr>
              <a:t> </a:t>
            </a:r>
            <a:r>
              <a:rPr sz="1600" dirty="0" err="1">
                <a:latin typeface="Pretendard"/>
                <a:ea typeface="Pretendard"/>
                <a:cs typeface="Pretendard"/>
              </a:rPr>
              <a:t>초기화</a:t>
            </a:r>
            <a:r>
              <a:rPr sz="1600" dirty="0">
                <a:latin typeface="Pretendard"/>
                <a:ea typeface="Pretendard"/>
                <a:cs typeface="Pretendard"/>
              </a:rPr>
              <a:t> — ros2 daemon </a:t>
            </a:r>
            <a:r>
              <a:rPr sz="1600" dirty="0" err="1">
                <a:latin typeface="Pretendard"/>
                <a:ea typeface="Pretendard"/>
                <a:cs typeface="Pretendard"/>
              </a:rPr>
              <a:t>stop·start</a:t>
            </a:r>
            <a:endParaRPr sz="16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8" name="Google Shape;534;p58">
            <a:extLst>
              <a:ext uri="{FF2B5EF4-FFF2-40B4-BE49-F238E27FC236}">
                <a16:creationId xmlns:a16="http://schemas.microsoft.com/office/drawing/2014/main" id="{93CCF932-231F-7EA0-6520-FFB192B4EFA5}"/>
              </a:ext>
            </a:extLst>
          </p:cNvPr>
          <p:cNvSpPr>
            <a:spLocks noGrp="1"/>
          </p:cNvSpPr>
          <p:nvPr/>
        </p:nvSpPr>
        <p:spPr>
          <a:xfrm>
            <a:off x="393699" y="1318016"/>
            <a:ext cx="11404599" cy="402442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2000" dirty="0" err="1">
                <a:latin typeface="Pretendard"/>
                <a:ea typeface="Pretendard"/>
                <a:cs typeface="Pretendard"/>
              </a:rPr>
              <a:t>질문에</a:t>
            </a:r>
            <a:r>
              <a:rPr sz="2000" dirty="0">
                <a:latin typeface="Pretendard"/>
                <a:ea typeface="Pretendard"/>
                <a:cs typeface="Pretendard"/>
              </a:rPr>
              <a:t> </a:t>
            </a:r>
            <a:r>
              <a:rPr sz="2000" dirty="0" err="1">
                <a:latin typeface="Pretendard"/>
                <a:ea typeface="Pretendard"/>
                <a:cs typeface="Pretendard"/>
              </a:rPr>
              <a:t>맞는</a:t>
            </a:r>
            <a:r>
              <a:rPr sz="2000" dirty="0">
                <a:latin typeface="Pretendard"/>
                <a:ea typeface="Pretendard"/>
                <a:cs typeface="Pretendard"/>
              </a:rPr>
              <a:t> </a:t>
            </a:r>
            <a:r>
              <a:rPr sz="2000" dirty="0" err="1">
                <a:latin typeface="Pretendard"/>
                <a:ea typeface="Pretendard"/>
                <a:cs typeface="Pretendard"/>
              </a:rPr>
              <a:t>CLI로</a:t>
            </a:r>
            <a:r>
              <a:rPr sz="2000" dirty="0">
                <a:latin typeface="Pretendard"/>
                <a:ea typeface="Pretendard"/>
                <a:cs typeface="Pretendard"/>
              </a:rPr>
              <a:t> Network </a:t>
            </a:r>
            <a:r>
              <a:rPr sz="2000" dirty="0" err="1">
                <a:latin typeface="Pretendard"/>
                <a:ea typeface="Pretendard"/>
                <a:cs typeface="Pretendard"/>
              </a:rPr>
              <a:t>Graph와</a:t>
            </a:r>
            <a:r>
              <a:rPr sz="2000" dirty="0">
                <a:latin typeface="Pretendard"/>
                <a:ea typeface="Pretendard"/>
                <a:cs typeface="Pretendard"/>
              </a:rPr>
              <a:t> Endpoint </a:t>
            </a:r>
            <a:r>
              <a:rPr sz="2000" dirty="0" err="1">
                <a:latin typeface="Pretendard"/>
                <a:ea typeface="Pretendard"/>
                <a:cs typeface="Pretendard"/>
              </a:rPr>
              <a:t>상태</a:t>
            </a:r>
            <a:r>
              <a:rPr sz="2000" dirty="0">
                <a:latin typeface="Pretendard"/>
                <a:ea typeface="Pretendard"/>
                <a:cs typeface="Pretendard"/>
              </a:rPr>
              <a:t> </a:t>
            </a:r>
            <a:r>
              <a:rPr sz="2000" dirty="0" err="1">
                <a:latin typeface="Pretendard"/>
                <a:ea typeface="Pretendard"/>
                <a:cs typeface="Pretendard"/>
              </a:rPr>
              <a:t>확인</a:t>
            </a:r>
            <a:endParaRPr sz="2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" name="Google Shape;534;p58">
            <a:extLst>
              <a:ext uri="{FF2B5EF4-FFF2-40B4-BE49-F238E27FC236}">
                <a16:creationId xmlns:a16="http://schemas.microsoft.com/office/drawing/2014/main" id="{37F05175-EA8C-972E-4B39-B1363617A24D}"/>
              </a:ext>
            </a:extLst>
          </p:cNvPr>
          <p:cNvSpPr>
            <a:spLocks noGrp="1"/>
          </p:cNvSpPr>
          <p:nvPr/>
        </p:nvSpPr>
        <p:spPr>
          <a:xfrm>
            <a:off x="393699" y="5338762"/>
            <a:ext cx="11404599" cy="804129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defRPr>
                <a:latin typeface="Pretendard"/>
                <a:ea typeface="Pretendard"/>
                <a:cs typeface="Pretendard"/>
              </a:defRPr>
            </a:pPr>
            <a:r>
              <a:rPr lang="en-US" sz="2000" dirty="0">
                <a:latin typeface="Pretendard"/>
                <a:ea typeface="Pretendard"/>
                <a:cs typeface="Pretendard"/>
              </a:rPr>
              <a:t>WSL 2 + R</a:t>
            </a:r>
            <a:r>
              <a:rPr lang="en-US" sz="2000" dirty="0"/>
              <a:t>OS2 Humble </a:t>
            </a:r>
            <a:r>
              <a:rPr lang="ko-KR" altLang="en-US" sz="2000" dirty="0"/>
              <a:t>조합에서  </a:t>
            </a:r>
            <a:r>
              <a:rPr lang="en-US" altLang="ko-KR" sz="2000" dirty="0" err="1"/>
              <a:t>ros</a:t>
            </a:r>
            <a:r>
              <a:rPr lang="en-US" altLang="ko-KR" sz="2000" dirty="0"/>
              <a:t> </a:t>
            </a:r>
            <a:r>
              <a:rPr lang="ko-KR" altLang="en-US" sz="2000" dirty="0"/>
              <a:t>관련 환경변수를 변경하면</a:t>
            </a:r>
            <a:r>
              <a:rPr lang="en-US" altLang="ko-KR" sz="2000" dirty="0"/>
              <a:t>, </a:t>
            </a:r>
            <a:r>
              <a:rPr lang="en-US" altLang="ko-KR" sz="2000" dirty="0" err="1"/>
              <a:t>ros</a:t>
            </a:r>
            <a:r>
              <a:rPr lang="ko-KR" altLang="en-US" sz="2000" dirty="0"/>
              <a:t> </a:t>
            </a:r>
            <a:r>
              <a:rPr lang="en-US" altLang="ko-KR" sz="2000" dirty="0"/>
              <a:t>daemon</a:t>
            </a:r>
            <a:r>
              <a:rPr lang="ko-KR" altLang="en-US" sz="2000" dirty="0"/>
              <a:t>이 동작하지 않는 오류가 있음</a:t>
            </a:r>
            <a:endParaRPr lang="en-US" altLang="ko-KR" sz="2000" dirty="0"/>
          </a:p>
          <a:p>
            <a:pPr lvl="1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defRPr>
                <a:latin typeface="Pretendard"/>
                <a:ea typeface="Pretendard"/>
                <a:cs typeface="Pretendard"/>
              </a:defRPr>
            </a:pPr>
            <a:r>
              <a:rPr lang="ko-KR" altLang="en-US" sz="1600" dirty="0">
                <a:solidFill>
                  <a:srgbClr val="FF0000"/>
                </a:solidFill>
              </a:rPr>
              <a:t>환경변수 변경 후</a:t>
            </a:r>
            <a:r>
              <a:rPr lang="en-US" altLang="ko-KR" sz="1600" dirty="0">
                <a:solidFill>
                  <a:srgbClr val="FF0000"/>
                </a:solidFill>
              </a:rPr>
              <a:t>, ros2 daemon start   </a:t>
            </a:r>
            <a:r>
              <a:rPr lang="ko-KR" altLang="en-US" sz="1600">
                <a:solidFill>
                  <a:srgbClr val="FF0000"/>
                </a:solidFill>
              </a:rPr>
              <a:t>실행</a:t>
            </a:r>
            <a:endParaRPr lang="en-US" altLang="ko-KR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1830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58">
            <a:extLst>
              <a:ext uri="{FF2B5EF4-FFF2-40B4-BE49-F238E27FC236}">
                <a16:creationId xmlns:a16="http://schemas.microsoft.com/office/drawing/2014/main" id="{CF5D028D-B73B-5BFF-0AA5-65F94FB570F9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b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fld id="{02F15020-66A7-620A-7B7A-C05C4312DEAE}" type="slidenum">
              <a:rPr>
                <a:latin typeface="Pretendard"/>
                <a:ea typeface="Pretendard"/>
                <a:cs typeface="Pretendard"/>
              </a:rPr>
              <a:t>29</a:t>
            </a:fld>
            <a:endParaRPr/>
          </a:p>
        </p:txBody>
      </p:sp>
      <p:sp>
        <p:nvSpPr>
          <p:cNvPr id="533" name="Google Shape;533;p58">
            <a:extLst>
              <a:ext uri="{FF2B5EF4-FFF2-40B4-BE49-F238E27FC236}">
                <a16:creationId xmlns:a16="http://schemas.microsoft.com/office/drawing/2014/main" id="{D035ED81-B82C-6CFE-FAA7-0911E05CD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1170935"/>
            <a:ext cx="11404600" cy="1797958"/>
          </a:xfrm>
          <a:prstGeom prst="rect">
            <a:avLst/>
          </a:prstGeom>
        </p:spPr>
        <p:txBody>
          <a:bodyPr spcFirstLastPara="1" vert="horz" wrap="square" lIns="0" tIns="0" rIns="0" bIns="0" anchor="b">
            <a:noAutofit/>
          </a:bodyPr>
          <a:lstStyle/>
          <a:p>
            <a:pPr algn="ctr"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4200">
                <a:solidFill>
                  <a:schemeClr val="accent1"/>
                </a:solidFill>
                <a:latin typeface="Pretendard"/>
                <a:ea typeface="Pretendard"/>
                <a:cs typeface="Pretendard"/>
              </a:rPr>
              <a:t>실습 1</a:t>
            </a:r>
          </a:p>
        </p:txBody>
      </p:sp>
      <p:sp>
        <p:nvSpPr>
          <p:cNvPr id="3" name="Google Shape;534;p58">
            <a:extLst>
              <a:ext uri="{FF2B5EF4-FFF2-40B4-BE49-F238E27FC236}">
                <a16:creationId xmlns:a16="http://schemas.microsoft.com/office/drawing/2014/main" id="{6730FFED-E57C-67CB-4BAA-568126831AB5}"/>
              </a:ext>
            </a:extLst>
          </p:cNvPr>
          <p:cNvSpPr>
            <a:spLocks noGrp="1"/>
          </p:cNvSpPr>
          <p:nvPr/>
        </p:nvSpPr>
        <p:spPr>
          <a:xfrm>
            <a:off x="2549677" y="3297710"/>
            <a:ext cx="7092645" cy="1865909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 algn="ctr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>
                <a:latin typeface="Pretendard"/>
                <a:ea typeface="Pretendard"/>
                <a:cs typeface="Pretendard"/>
              </a:rPr>
              <a:t>PC–Jetson 환경 설정과 원격 Topic 수신</a:t>
            </a:r>
          </a:p>
        </p:txBody>
      </p:sp>
    </p:spTree>
    <p:extLst>
      <p:ext uri="{BB962C8B-B14F-4D97-AF65-F5344CB8AC3E}">
        <p14:creationId xmlns:p14="http://schemas.microsoft.com/office/powerpoint/2010/main" val="3466142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58">
            <a:extLst>
              <a:ext uri="{FF2B5EF4-FFF2-40B4-BE49-F238E27FC236}">
                <a16:creationId xmlns:a16="http://schemas.microsoft.com/office/drawing/2014/main" id="{CAD38C25-48AC-5A29-D53A-82080FAF926E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b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fld id="{68AD4375-9F50-F53A-6F9F-DD8473067C05}" type="slidenum">
              <a:rPr>
                <a:latin typeface="Pretendard"/>
                <a:ea typeface="Pretendard"/>
                <a:cs typeface="Pretendard"/>
              </a:rPr>
              <a:t>30</a:t>
            </a:fld>
            <a:endParaRPr/>
          </a:p>
        </p:txBody>
      </p:sp>
      <p:sp>
        <p:nvSpPr>
          <p:cNvPr id="533" name="Google Shape;533;p58">
            <a:extLst>
              <a:ext uri="{FF2B5EF4-FFF2-40B4-BE49-F238E27FC236}">
                <a16:creationId xmlns:a16="http://schemas.microsoft.com/office/drawing/2014/main" id="{33E8FE18-95DE-C7EA-9E95-10B8218936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699" y="344009"/>
            <a:ext cx="11404599" cy="595791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r>
              <a:rPr>
                <a:solidFill>
                  <a:schemeClr val="accent1"/>
                </a:solidFill>
                <a:latin typeface="Pretendard"/>
                <a:ea typeface="Pretendard"/>
                <a:cs typeface="Pretendard"/>
              </a:rPr>
              <a:t>실습 1·환경 준비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B54A841D-1EA0-6181-C778-7C851CA6E64E}"/>
              </a:ext>
            </a:extLst>
          </p:cNvPr>
          <p:cNvSpPr>
            <a:spLocks noGrp="1"/>
          </p:cNvSpPr>
          <p:nvPr/>
        </p:nvSpPr>
        <p:spPr>
          <a:xfrm>
            <a:off x="706278" y="3250891"/>
            <a:ext cx="4986886" cy="5975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marR="0" lvl="0" indent="0" algn="l" defTabSz="91440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 b="0" i="0" u="none" cap="none" spc="0" dirty="0" err="1">
                <a:ln>
                  <a:noFill/>
                </a:ln>
                <a:latin typeface="Pretendard"/>
                <a:ea typeface="Pretendard"/>
                <a:cs typeface="Pretendard"/>
              </a:rPr>
              <a:t>PC·Jetson</a:t>
            </a:r>
            <a:r>
              <a:rPr sz="1600" b="0" i="0" u="none" cap="none" spc="0" dirty="0">
                <a:ln>
                  <a:noFill/>
                </a:ln>
                <a:latin typeface="Pretendard"/>
                <a:ea typeface="Pretendard"/>
                <a:cs typeface="Pretendard"/>
              </a:rPr>
              <a:t> </a:t>
            </a:r>
            <a:r>
              <a:rPr sz="1600" b="0" i="0" u="none" cap="none" spc="0" dirty="0" err="1">
                <a:ln>
                  <a:noFill/>
                </a:ln>
                <a:latin typeface="Pretendard"/>
                <a:ea typeface="Pretendard"/>
                <a:cs typeface="Pretendard"/>
              </a:rPr>
              <a:t>주소·Ping</a:t>
            </a:r>
            <a:r>
              <a:rPr sz="1600" b="0" i="0" u="none" cap="none" spc="0" dirty="0">
                <a:ln>
                  <a:noFill/>
                </a:ln>
                <a:latin typeface="Pretendard"/>
                <a:ea typeface="Pretendard"/>
                <a:cs typeface="Pretendard"/>
              </a:rPr>
              <a:t> </a:t>
            </a:r>
            <a:r>
              <a:rPr sz="1600" b="0" i="0" u="none" cap="none" spc="0" dirty="0" err="1">
                <a:ln>
                  <a:noFill/>
                </a:ln>
                <a:latin typeface="Pretendard"/>
                <a:ea typeface="Pretendard"/>
                <a:cs typeface="Pretendard"/>
              </a:rPr>
              <a:t>확인</a:t>
            </a:r>
            <a:endParaRPr sz="1600" b="0" i="0" u="none" cap="none" spc="0" dirty="0">
              <a:ln>
                <a:noFill/>
              </a:ln>
              <a:latin typeface="Pretendard"/>
              <a:ea typeface="Pretendard"/>
              <a:cs typeface="Pretendard"/>
            </a:endParaRPr>
          </a:p>
        </p:txBody>
      </p:sp>
      <p:sp>
        <p:nvSpPr>
          <p:cNvPr id="12" name="Google Shape;534;p58">
            <a:extLst>
              <a:ext uri="{FF2B5EF4-FFF2-40B4-BE49-F238E27FC236}">
                <a16:creationId xmlns:a16="http://schemas.microsoft.com/office/drawing/2014/main" id="{F393FB38-1005-6250-1642-93C1A76E0B77}"/>
              </a:ext>
            </a:extLst>
          </p:cNvPr>
          <p:cNvSpPr>
            <a:spLocks noGrp="1"/>
          </p:cNvSpPr>
          <p:nvPr/>
        </p:nvSpPr>
        <p:spPr>
          <a:xfrm>
            <a:off x="393700" y="1649094"/>
            <a:ext cx="11404600" cy="634044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>
                <a:latin typeface="Pretendard"/>
                <a:ea typeface="Pretendard"/>
                <a:cs typeface="Pretendard"/>
              </a:rPr>
              <a:t>상세 명령과 TODO: student/practice.md</a:t>
            </a:r>
          </a:p>
        </p:txBody>
      </p:sp>
      <p:sp>
        <p:nvSpPr>
          <p:cNvPr id="13" name="Google Shape;534;p58">
            <a:extLst>
              <a:ext uri="{FF2B5EF4-FFF2-40B4-BE49-F238E27FC236}">
                <a16:creationId xmlns:a16="http://schemas.microsoft.com/office/drawing/2014/main" id="{A0F4C075-109A-7DDE-18C9-18F128552C24}"/>
              </a:ext>
            </a:extLst>
          </p:cNvPr>
          <p:cNvSpPr>
            <a:spLocks noGrp="1"/>
          </p:cNvSpPr>
          <p:nvPr/>
        </p:nvSpPr>
        <p:spPr>
          <a:xfrm>
            <a:off x="393699" y="1146566"/>
            <a:ext cx="11404599" cy="402442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2000">
                <a:latin typeface="Pretendard"/>
                <a:ea typeface="Pretendard"/>
                <a:cs typeface="Pretendard"/>
              </a:rPr>
              <a:t>양쪽 장비의 Network·Package·DDS 환경 준비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DCE927-F1A4-A9ED-C839-844BB688547F}"/>
              </a:ext>
            </a:extLst>
          </p:cNvPr>
          <p:cNvSpPr>
            <a:spLocks noGrp="1"/>
          </p:cNvSpPr>
          <p:nvPr/>
        </p:nvSpPr>
        <p:spPr>
          <a:xfrm>
            <a:off x="702967" y="2793808"/>
            <a:ext cx="4986886" cy="3127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800" b="0" i="0" u="none" cap="none" spc="0">
                <a:ln>
                  <a:noFill/>
                </a:ln>
                <a:solidFill>
                  <a:srgbClr val="3357B8"/>
                </a:solidFill>
                <a:latin typeface="Pretendard"/>
                <a:ea typeface="Pretendard"/>
                <a:cs typeface="Pretendard"/>
              </a:rPr>
              <a:t>IP·Network</a:t>
            </a:r>
          </a:p>
        </p:txBody>
      </p:sp>
      <p:sp>
        <p:nvSpPr>
          <p:cNvPr id="16" name="Content Placeholder 10">
            <a:extLst>
              <a:ext uri="{FF2B5EF4-FFF2-40B4-BE49-F238E27FC236}">
                <a16:creationId xmlns:a16="http://schemas.microsoft.com/office/drawing/2014/main" id="{B71DDDF3-A6F6-A2D9-7F68-A246AE82F73A}"/>
              </a:ext>
            </a:extLst>
          </p:cNvPr>
          <p:cNvSpPr>
            <a:spLocks noGrp="1"/>
          </p:cNvSpPr>
          <p:nvPr/>
        </p:nvSpPr>
        <p:spPr>
          <a:xfrm>
            <a:off x="6558438" y="3250891"/>
            <a:ext cx="4986886" cy="5975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marR="0" lvl="0" indent="0" algn="l" defTabSz="91440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 b="0" i="0" u="none" cap="none" spc="0">
                <a:ln>
                  <a:noFill/>
                </a:ln>
                <a:latin typeface="Pretendard"/>
                <a:ea typeface="Pretendard"/>
                <a:cs typeface="Pretendard"/>
              </a:rPr>
              <a:t>동일 Source·제공 File 배치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AD06467-8163-39A0-0B9A-1A98533B6978}"/>
              </a:ext>
            </a:extLst>
          </p:cNvPr>
          <p:cNvSpPr>
            <a:spLocks noGrp="1"/>
          </p:cNvSpPr>
          <p:nvPr/>
        </p:nvSpPr>
        <p:spPr>
          <a:xfrm>
            <a:off x="6555127" y="2793808"/>
            <a:ext cx="4986886" cy="3127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800" b="0" i="0" u="none" cap="none" spc="0">
                <a:ln>
                  <a:noFill/>
                </a:ln>
                <a:solidFill>
                  <a:srgbClr val="3357B8"/>
                </a:solidFill>
                <a:latin typeface="Pretendard"/>
                <a:ea typeface="Pretendard"/>
                <a:cs typeface="Pretendard"/>
              </a:rPr>
              <a:t>Package 준비</a:t>
            </a:r>
          </a:p>
        </p:txBody>
      </p:sp>
      <p:sp>
        <p:nvSpPr>
          <p:cNvPr id="18" name="Content Placeholder 10">
            <a:extLst>
              <a:ext uri="{FF2B5EF4-FFF2-40B4-BE49-F238E27FC236}">
                <a16:creationId xmlns:a16="http://schemas.microsoft.com/office/drawing/2014/main" id="{E61F5831-A6CA-0036-3E5C-283D4EBAFE55}"/>
              </a:ext>
            </a:extLst>
          </p:cNvPr>
          <p:cNvSpPr>
            <a:spLocks noGrp="1"/>
          </p:cNvSpPr>
          <p:nvPr/>
        </p:nvSpPr>
        <p:spPr>
          <a:xfrm>
            <a:off x="706278" y="5094931"/>
            <a:ext cx="4986886" cy="5975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marR="0" lvl="0" indent="0" algn="l" defTabSz="91440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 b="0" i="0" u="none" cap="none" spc="0">
                <a:ln>
                  <a:noFill/>
                </a:ln>
                <a:latin typeface="Pretendard"/>
                <a:ea typeface="Pretendard"/>
                <a:cs typeface="Pretendard"/>
              </a:rPr>
              <a:t>setup.py 등록·양쪽 colcon build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83300B-2E76-54E3-B3E8-C4CE0DA323BE}"/>
              </a:ext>
            </a:extLst>
          </p:cNvPr>
          <p:cNvSpPr>
            <a:spLocks noGrp="1"/>
          </p:cNvSpPr>
          <p:nvPr/>
        </p:nvSpPr>
        <p:spPr>
          <a:xfrm>
            <a:off x="702967" y="4637848"/>
            <a:ext cx="4986886" cy="3127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800" b="0" i="0" u="none" cap="none" spc="0">
                <a:ln>
                  <a:noFill/>
                </a:ln>
                <a:solidFill>
                  <a:srgbClr val="3357B8"/>
                </a:solidFill>
                <a:latin typeface="Pretendard"/>
                <a:ea typeface="Pretendard"/>
                <a:cs typeface="Pretendard"/>
              </a:rPr>
              <a:t>Build·Source</a:t>
            </a:r>
          </a:p>
        </p:txBody>
      </p:sp>
      <p:sp>
        <p:nvSpPr>
          <p:cNvPr id="20" name="Content Placeholder 10">
            <a:extLst>
              <a:ext uri="{FF2B5EF4-FFF2-40B4-BE49-F238E27FC236}">
                <a16:creationId xmlns:a16="http://schemas.microsoft.com/office/drawing/2014/main" id="{91E87E4E-34C4-73A3-D9B4-5528035E3F32}"/>
              </a:ext>
            </a:extLst>
          </p:cNvPr>
          <p:cNvSpPr>
            <a:spLocks noGrp="1"/>
          </p:cNvSpPr>
          <p:nvPr/>
        </p:nvSpPr>
        <p:spPr>
          <a:xfrm>
            <a:off x="6558438" y="5094931"/>
            <a:ext cx="4986886" cy="5975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marR="0" lvl="0" indent="0" algn="l" defTabSz="91440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 b="0" i="0" u="none" cap="none" spc="0">
                <a:ln>
                  <a:noFill/>
                </a:ln>
                <a:latin typeface="Pretendard"/>
                <a:ea typeface="Pretendard"/>
                <a:cs typeface="Pretendard"/>
              </a:rPr>
              <a:t>Domain 30·Localhost 0·Fast DDS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BBD727-79F1-2502-A083-A18F5A754163}"/>
              </a:ext>
            </a:extLst>
          </p:cNvPr>
          <p:cNvSpPr>
            <a:spLocks noGrp="1"/>
          </p:cNvSpPr>
          <p:nvPr/>
        </p:nvSpPr>
        <p:spPr>
          <a:xfrm>
            <a:off x="6555127" y="4637848"/>
            <a:ext cx="4986886" cy="3127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800" b="0" i="0" u="none" cap="none" spc="0">
                <a:ln>
                  <a:noFill/>
                </a:ln>
                <a:solidFill>
                  <a:srgbClr val="3357B8"/>
                </a:solidFill>
                <a:latin typeface="Pretendard"/>
                <a:ea typeface="Pretendard"/>
                <a:cs typeface="Pretendard"/>
              </a:rPr>
              <a:t>DDS 환경</a:t>
            </a:r>
          </a:p>
        </p:txBody>
      </p:sp>
      <p:sp>
        <p:nvSpPr>
          <p:cNvPr id="3" name="Rounded Rectangle 9">
            <a:extLst>
              <a:ext uri="{FF2B5EF4-FFF2-40B4-BE49-F238E27FC236}">
                <a16:creationId xmlns:a16="http://schemas.microsoft.com/office/drawing/2014/main" id="{50060C77-52B1-F6FC-B1A4-C961670FE2AD}"/>
              </a:ext>
            </a:extLst>
          </p:cNvPr>
          <p:cNvSpPr>
            <a:spLocks noGrp="1"/>
          </p:cNvSpPr>
          <p:nvPr/>
        </p:nvSpPr>
        <p:spPr>
          <a:xfrm>
            <a:off x="499316" y="2553962"/>
            <a:ext cx="5394187" cy="1393857"/>
          </a:xfrm>
          <a:prstGeom prst="roundRect">
            <a:avLst>
              <a:gd name="adj" fmla="val 3585"/>
            </a:avLst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  <a:defRPr>
                <a:latin typeface="Pretendard"/>
                <a:ea typeface="Pretendard"/>
                <a:cs typeface="Pretendard"/>
              </a:defRPr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4" name="Rounded Rectangle 9">
            <a:extLst>
              <a:ext uri="{FF2B5EF4-FFF2-40B4-BE49-F238E27FC236}">
                <a16:creationId xmlns:a16="http://schemas.microsoft.com/office/drawing/2014/main" id="{1159D27A-1461-523D-7DD5-673A60B66AD8}"/>
              </a:ext>
            </a:extLst>
          </p:cNvPr>
          <p:cNvSpPr>
            <a:spLocks noGrp="1"/>
          </p:cNvSpPr>
          <p:nvPr/>
        </p:nvSpPr>
        <p:spPr>
          <a:xfrm>
            <a:off x="6298499" y="2553962"/>
            <a:ext cx="5394187" cy="1393857"/>
          </a:xfrm>
          <a:prstGeom prst="roundRect">
            <a:avLst>
              <a:gd name="adj" fmla="val 3585"/>
            </a:avLst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  <a:defRPr>
                <a:latin typeface="Pretendard"/>
                <a:ea typeface="Pretendard"/>
                <a:cs typeface="Pretendard"/>
              </a:defRPr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5" name="Rounded Rectangle 9">
            <a:extLst>
              <a:ext uri="{FF2B5EF4-FFF2-40B4-BE49-F238E27FC236}">
                <a16:creationId xmlns:a16="http://schemas.microsoft.com/office/drawing/2014/main" id="{8D6E1CF7-05C7-0A24-2B00-908E4780C230}"/>
              </a:ext>
            </a:extLst>
          </p:cNvPr>
          <p:cNvSpPr>
            <a:spLocks noGrp="1"/>
          </p:cNvSpPr>
          <p:nvPr/>
        </p:nvSpPr>
        <p:spPr>
          <a:xfrm>
            <a:off x="499316" y="4298613"/>
            <a:ext cx="5394187" cy="1393857"/>
          </a:xfrm>
          <a:prstGeom prst="roundRect">
            <a:avLst>
              <a:gd name="adj" fmla="val 3585"/>
            </a:avLst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  <a:defRPr>
                <a:latin typeface="Pretendard"/>
                <a:ea typeface="Pretendard"/>
                <a:cs typeface="Pretendard"/>
              </a:defRPr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6" name="Rounded Rectangle 9">
            <a:extLst>
              <a:ext uri="{FF2B5EF4-FFF2-40B4-BE49-F238E27FC236}">
                <a16:creationId xmlns:a16="http://schemas.microsoft.com/office/drawing/2014/main" id="{E8DB49BA-56EA-3432-AE06-A384DAAD1E28}"/>
              </a:ext>
            </a:extLst>
          </p:cNvPr>
          <p:cNvSpPr>
            <a:spLocks noGrp="1"/>
          </p:cNvSpPr>
          <p:nvPr/>
        </p:nvSpPr>
        <p:spPr>
          <a:xfrm>
            <a:off x="6298499" y="4298613"/>
            <a:ext cx="5394187" cy="1393857"/>
          </a:xfrm>
          <a:prstGeom prst="roundRect">
            <a:avLst>
              <a:gd name="adj" fmla="val 3585"/>
            </a:avLst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  <a:defRPr>
                <a:latin typeface="Pretendard"/>
                <a:ea typeface="Pretendard"/>
                <a:cs typeface="Pretendard"/>
              </a:defRPr>
            </a:pPr>
            <a:endParaRPr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95353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58">
            <a:extLst>
              <a:ext uri="{FF2B5EF4-FFF2-40B4-BE49-F238E27FC236}">
                <a16:creationId xmlns:a16="http://schemas.microsoft.com/office/drawing/2014/main" id="{C936F667-D10C-5292-AA3B-96BE2CAC84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800" y="2084744"/>
            <a:ext cx="5537200" cy="3801706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2000" b="1" dirty="0" err="1">
                <a:latin typeface="Pretendard"/>
                <a:ea typeface="Pretendard"/>
                <a:cs typeface="Pretendard"/>
              </a:rPr>
              <a:t>수행</a:t>
            </a:r>
            <a:r>
              <a:rPr sz="2000" b="1" dirty="0">
                <a:latin typeface="Pretendard"/>
                <a:ea typeface="Pretendard"/>
                <a:cs typeface="Pretendard"/>
              </a:rPr>
              <a:t> </a:t>
            </a:r>
            <a:r>
              <a:rPr sz="2000" b="1" dirty="0" err="1">
                <a:latin typeface="Pretendard"/>
                <a:ea typeface="Pretendard"/>
                <a:cs typeface="Pretendard"/>
              </a:rPr>
              <a:t>항목</a:t>
            </a:r>
            <a:endParaRPr sz="2000" b="1" dirty="0"/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endParaRPr sz="1400" dirty="0">
              <a:latin typeface="Pretendard"/>
              <a:ea typeface="Pretendard"/>
              <a:cs typeface="Pretendard"/>
            </a:endParaRP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 dirty="0">
                <a:latin typeface="Pretendard"/>
                <a:ea typeface="Pretendard"/>
                <a:cs typeface="Pretendard"/>
              </a:rPr>
              <a:t>• Listener Subscription TODO </a:t>
            </a:r>
            <a:r>
              <a:rPr sz="1400" dirty="0" err="1">
                <a:latin typeface="Pretendard"/>
                <a:ea typeface="Pretendard"/>
                <a:cs typeface="Pretendard"/>
              </a:rPr>
              <a:t>완성</a:t>
            </a:r>
            <a:endParaRPr sz="1400" dirty="0">
              <a:latin typeface="Pretendard"/>
              <a:ea typeface="Pretendard"/>
              <a:cs typeface="Pretendard"/>
            </a:endParaRP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 dirty="0">
                <a:latin typeface="Pretendard"/>
                <a:ea typeface="Pretendard"/>
                <a:cs typeface="Pretendard"/>
              </a:rPr>
              <a:t>• Jetson Publisher </a:t>
            </a:r>
            <a:r>
              <a:rPr sz="1400" dirty="0" err="1">
                <a:latin typeface="Pretendard"/>
                <a:ea typeface="Pretendard"/>
                <a:cs typeface="Pretendard"/>
              </a:rPr>
              <a:t>실행</a:t>
            </a:r>
            <a:endParaRPr sz="1400" dirty="0">
              <a:latin typeface="Pretendard"/>
              <a:ea typeface="Pretendard"/>
              <a:cs typeface="Pretendard"/>
            </a:endParaRP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 dirty="0">
                <a:latin typeface="Pretendard"/>
                <a:ea typeface="Pretendard"/>
                <a:cs typeface="Pretendard"/>
              </a:rPr>
              <a:t>• WSL /</a:t>
            </a:r>
            <a:r>
              <a:rPr sz="1400" dirty="0" err="1">
                <a:latin typeface="Pretendard"/>
                <a:ea typeface="Pretendard"/>
                <a:cs typeface="Pretendard"/>
              </a:rPr>
              <a:t>joint_states</a:t>
            </a:r>
            <a:r>
              <a:rPr sz="1400" dirty="0">
                <a:latin typeface="Pretendard"/>
                <a:ea typeface="Pretendard"/>
                <a:cs typeface="Pretendard"/>
              </a:rPr>
              <a:t> </a:t>
            </a:r>
            <a:r>
              <a:rPr sz="1400" dirty="0" err="1">
                <a:latin typeface="Pretendard"/>
                <a:ea typeface="Pretendard"/>
                <a:cs typeface="Pretendard"/>
              </a:rPr>
              <a:t>수신</a:t>
            </a:r>
            <a:endParaRPr sz="1400" dirty="0">
              <a:latin typeface="Pretendard"/>
              <a:ea typeface="Pretendard"/>
              <a:cs typeface="Pretendard"/>
            </a:endParaRP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 dirty="0">
                <a:latin typeface="Pretendard"/>
                <a:ea typeface="Pretendard"/>
                <a:cs typeface="Pretendard"/>
              </a:rPr>
              <a:t>• QoS RELIABLE </a:t>
            </a:r>
            <a:r>
              <a:rPr sz="1400" dirty="0" err="1">
                <a:latin typeface="Pretendard"/>
                <a:ea typeface="Pretendard"/>
                <a:cs typeface="Pretendard"/>
              </a:rPr>
              <a:t>불일치</a:t>
            </a:r>
            <a:r>
              <a:rPr sz="1400" dirty="0">
                <a:latin typeface="Pretendard"/>
                <a:ea typeface="Pretendard"/>
                <a:cs typeface="Pretendard"/>
              </a:rPr>
              <a:t> </a:t>
            </a:r>
            <a:r>
              <a:rPr sz="1400" dirty="0" err="1">
                <a:latin typeface="Pretendard"/>
                <a:ea typeface="Pretendard"/>
                <a:cs typeface="Pretendard"/>
              </a:rPr>
              <a:t>생성</a:t>
            </a:r>
            <a:endParaRPr sz="1400" dirty="0">
              <a:latin typeface="Pretendard"/>
              <a:ea typeface="Pretendard"/>
              <a:cs typeface="Pretendard"/>
            </a:endParaRP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 dirty="0">
                <a:latin typeface="Pretendard"/>
                <a:ea typeface="Pretendard"/>
                <a:cs typeface="Pretendard"/>
              </a:rPr>
              <a:t>• Domain 31 </a:t>
            </a:r>
            <a:r>
              <a:rPr sz="1400" dirty="0" err="1">
                <a:latin typeface="Pretendard"/>
                <a:ea typeface="Pretendard"/>
                <a:cs typeface="Pretendard"/>
              </a:rPr>
              <a:t>불일치</a:t>
            </a:r>
            <a:r>
              <a:rPr sz="1400" dirty="0">
                <a:latin typeface="Pretendard"/>
                <a:ea typeface="Pretendard"/>
                <a:cs typeface="Pretendard"/>
              </a:rPr>
              <a:t> </a:t>
            </a:r>
            <a:r>
              <a:rPr sz="1400" dirty="0" err="1">
                <a:latin typeface="Pretendard"/>
                <a:ea typeface="Pretendard"/>
                <a:cs typeface="Pretendard"/>
              </a:rPr>
              <a:t>생성</a:t>
            </a:r>
            <a:endParaRPr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32" name="Google Shape;532;p58">
            <a:extLst>
              <a:ext uri="{FF2B5EF4-FFF2-40B4-BE49-F238E27FC236}">
                <a16:creationId xmlns:a16="http://schemas.microsoft.com/office/drawing/2014/main" id="{C5959EFF-52C4-5B31-3FCE-BFF3A75CF3CF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b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fld id="{41680313-6E64-04FF-399A-57B7CADE95A9}" type="slidenum">
              <a:rPr>
                <a:latin typeface="Pretendard"/>
                <a:ea typeface="Pretendard"/>
                <a:cs typeface="Pretendard"/>
              </a:rPr>
              <a:t>31</a:t>
            </a:fld>
            <a:endParaRPr/>
          </a:p>
        </p:txBody>
      </p:sp>
      <p:sp>
        <p:nvSpPr>
          <p:cNvPr id="533" name="Google Shape;533;p58">
            <a:extLst>
              <a:ext uri="{FF2B5EF4-FFF2-40B4-BE49-F238E27FC236}">
                <a16:creationId xmlns:a16="http://schemas.microsoft.com/office/drawing/2014/main" id="{469ED97F-6CDE-1EE8-6602-FE9CC4D73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355026"/>
            <a:ext cx="7835900" cy="1029274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r>
              <a:rPr>
                <a:solidFill>
                  <a:schemeClr val="accent1"/>
                </a:solidFill>
                <a:latin typeface="Pretendard"/>
                <a:ea typeface="Pretendard"/>
                <a:cs typeface="Pretendard"/>
              </a:rPr>
              <a:t>실습 1·Topic 검증</a:t>
            </a:r>
          </a:p>
        </p:txBody>
      </p:sp>
      <p:sp>
        <p:nvSpPr>
          <p:cNvPr id="2" name="Google Shape;534;p58">
            <a:extLst>
              <a:ext uri="{FF2B5EF4-FFF2-40B4-BE49-F238E27FC236}">
                <a16:creationId xmlns:a16="http://schemas.microsoft.com/office/drawing/2014/main" id="{A4A94F3C-B1B2-7289-7098-7C66C8A291D6}"/>
              </a:ext>
            </a:extLst>
          </p:cNvPr>
          <p:cNvSpPr>
            <a:spLocks noGrp="1"/>
          </p:cNvSpPr>
          <p:nvPr/>
        </p:nvSpPr>
        <p:spPr>
          <a:xfrm>
            <a:off x="5560261" y="2084744"/>
            <a:ext cx="5537200" cy="3801706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2000" b="1" dirty="0" err="1">
                <a:latin typeface="Pretendard"/>
                <a:ea typeface="Pretendard"/>
                <a:cs typeface="Pretendard"/>
              </a:rPr>
              <a:t>검사</a:t>
            </a:r>
            <a:r>
              <a:rPr sz="2000" b="1" dirty="0">
                <a:latin typeface="Pretendard"/>
                <a:ea typeface="Pretendard"/>
                <a:cs typeface="Pretendard"/>
              </a:rPr>
              <a:t> </a:t>
            </a:r>
            <a:r>
              <a:rPr sz="2000" b="1" dirty="0" err="1">
                <a:latin typeface="Pretendard"/>
                <a:ea typeface="Pretendard"/>
                <a:cs typeface="Pretendard"/>
              </a:rPr>
              <a:t>결과</a:t>
            </a:r>
            <a:endParaRPr sz="2000" b="1" dirty="0"/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endParaRPr sz="1400" dirty="0">
              <a:latin typeface="Pretendard"/>
              <a:ea typeface="Pretendard"/>
              <a:cs typeface="Pretendard"/>
            </a:endParaRPr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 dirty="0">
                <a:latin typeface="Pretendard"/>
                <a:ea typeface="Pretendard"/>
                <a:cs typeface="Pretendard"/>
              </a:rPr>
              <a:t>• QoS </a:t>
            </a:r>
            <a:r>
              <a:rPr sz="1400" dirty="0" err="1">
                <a:latin typeface="Pretendard"/>
                <a:ea typeface="Pretendard"/>
                <a:cs typeface="Pretendard"/>
              </a:rPr>
              <a:t>불일치</a:t>
            </a:r>
            <a:r>
              <a:rPr sz="1400" dirty="0">
                <a:latin typeface="Pretendard"/>
                <a:ea typeface="Pretendard"/>
                <a:cs typeface="Pretendard"/>
              </a:rPr>
              <a:t> 시 </a:t>
            </a:r>
            <a:r>
              <a:rPr sz="1400" dirty="0" err="1">
                <a:latin typeface="Pretendard"/>
                <a:ea typeface="Pretendard"/>
                <a:cs typeface="Pretendard"/>
              </a:rPr>
              <a:t>데이터</a:t>
            </a:r>
            <a:r>
              <a:rPr sz="1400" dirty="0">
                <a:latin typeface="Pretendard"/>
                <a:ea typeface="Pretendard"/>
                <a:cs typeface="Pretendard"/>
              </a:rPr>
              <a:t> </a:t>
            </a:r>
            <a:r>
              <a:rPr sz="1400" dirty="0" err="1">
                <a:latin typeface="Pretendard"/>
                <a:ea typeface="Pretendard"/>
                <a:cs typeface="Pretendard"/>
              </a:rPr>
              <a:t>미수신</a:t>
            </a:r>
            <a:endParaRPr sz="1400" dirty="0"/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 dirty="0">
                <a:latin typeface="Pretendard"/>
                <a:ea typeface="Pretendard"/>
                <a:cs typeface="Pretendard"/>
              </a:rPr>
              <a:t>• BEST_EFFORT </a:t>
            </a:r>
            <a:r>
              <a:rPr sz="1400" dirty="0" err="1">
                <a:latin typeface="Pretendard"/>
                <a:ea typeface="Pretendard"/>
                <a:cs typeface="Pretendard"/>
              </a:rPr>
              <a:t>복구</a:t>
            </a:r>
            <a:r>
              <a:rPr sz="1400" dirty="0">
                <a:latin typeface="Pretendard"/>
                <a:ea typeface="Pretendard"/>
                <a:cs typeface="Pretendard"/>
              </a:rPr>
              <a:t> 후 </a:t>
            </a:r>
            <a:r>
              <a:rPr sz="1400" dirty="0" err="1">
                <a:latin typeface="Pretendard"/>
                <a:ea typeface="Pretendard"/>
                <a:cs typeface="Pretendard"/>
              </a:rPr>
              <a:t>재수신</a:t>
            </a:r>
            <a:endParaRPr sz="1400" dirty="0"/>
          </a:p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400" dirty="0">
                <a:latin typeface="Pretendard"/>
                <a:ea typeface="Pretendard"/>
                <a:cs typeface="Pretendard"/>
              </a:rPr>
              <a:t>• Domain 30 </a:t>
            </a:r>
            <a:r>
              <a:rPr sz="1400" dirty="0" err="1">
                <a:latin typeface="Pretendard"/>
                <a:ea typeface="Pretendard"/>
                <a:cs typeface="Pretendard"/>
              </a:rPr>
              <a:t>복구</a:t>
            </a:r>
            <a:r>
              <a:rPr sz="1400" dirty="0">
                <a:latin typeface="Pretendard"/>
                <a:ea typeface="Pretendard"/>
                <a:cs typeface="Pretendard"/>
              </a:rPr>
              <a:t> 후 Node </a:t>
            </a:r>
            <a:r>
              <a:rPr sz="1400" dirty="0" err="1">
                <a:latin typeface="Pretendard"/>
                <a:ea typeface="Pretendard"/>
                <a:cs typeface="Pretendard"/>
              </a:rPr>
              <a:t>재발견</a:t>
            </a:r>
            <a:endParaRPr sz="1400" dirty="0"/>
          </a:p>
        </p:txBody>
      </p:sp>
      <p:sp>
        <p:nvSpPr>
          <p:cNvPr id="3" name="Google Shape;534;p58">
            <a:extLst>
              <a:ext uri="{FF2B5EF4-FFF2-40B4-BE49-F238E27FC236}">
                <a16:creationId xmlns:a16="http://schemas.microsoft.com/office/drawing/2014/main" id="{FD46BF2A-8122-2E0A-E8CC-886653CF64DA}"/>
              </a:ext>
            </a:extLst>
          </p:cNvPr>
          <p:cNvSpPr>
            <a:spLocks noGrp="1"/>
          </p:cNvSpPr>
          <p:nvPr/>
        </p:nvSpPr>
        <p:spPr>
          <a:xfrm>
            <a:off x="393700" y="1310936"/>
            <a:ext cx="5537200" cy="719318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2000">
                <a:latin typeface="Pretendard"/>
                <a:ea typeface="Pretendard"/>
                <a:cs typeface="Pretendard"/>
              </a:rPr>
              <a:t>원격 Topic 수신과 두 종류의 불일치·복구 결과 확인</a:t>
            </a:r>
          </a:p>
        </p:txBody>
      </p:sp>
    </p:spTree>
    <p:extLst>
      <p:ext uri="{BB962C8B-B14F-4D97-AF65-F5344CB8AC3E}">
        <p14:creationId xmlns:p14="http://schemas.microsoft.com/office/powerpoint/2010/main" val="5462217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58">
            <a:extLst>
              <a:ext uri="{FF2B5EF4-FFF2-40B4-BE49-F238E27FC236}">
                <a16:creationId xmlns:a16="http://schemas.microsoft.com/office/drawing/2014/main" id="{CF5D028D-B73B-5BFF-0AA5-65F94FB570F9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b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fld id="{5FEBBBCE-9E16-527A-0EE3-E5839422D847}" type="slidenum">
              <a:rPr>
                <a:latin typeface="Pretendard"/>
                <a:ea typeface="Pretendard"/>
                <a:cs typeface="Pretendard"/>
              </a:rPr>
              <a:t>32</a:t>
            </a:fld>
            <a:endParaRPr/>
          </a:p>
        </p:txBody>
      </p:sp>
      <p:sp>
        <p:nvSpPr>
          <p:cNvPr id="533" name="Google Shape;533;p58">
            <a:extLst>
              <a:ext uri="{FF2B5EF4-FFF2-40B4-BE49-F238E27FC236}">
                <a16:creationId xmlns:a16="http://schemas.microsoft.com/office/drawing/2014/main" id="{D035ED81-B82C-6CFE-FAA7-0911E05CD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1170935"/>
            <a:ext cx="11404600" cy="1797958"/>
          </a:xfrm>
          <a:prstGeom prst="rect">
            <a:avLst/>
          </a:prstGeom>
        </p:spPr>
        <p:txBody>
          <a:bodyPr spcFirstLastPara="1" vert="horz" wrap="square" lIns="0" tIns="0" rIns="0" bIns="0" anchor="b">
            <a:noAutofit/>
          </a:bodyPr>
          <a:lstStyle/>
          <a:p>
            <a:pPr algn="ctr"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4200">
                <a:solidFill>
                  <a:schemeClr val="accent1"/>
                </a:solidFill>
                <a:latin typeface="Pretendard"/>
                <a:ea typeface="Pretendard"/>
                <a:cs typeface="Pretendard"/>
              </a:rPr>
              <a:t>실습 2</a:t>
            </a:r>
          </a:p>
        </p:txBody>
      </p:sp>
      <p:sp>
        <p:nvSpPr>
          <p:cNvPr id="3" name="Google Shape;534;p58">
            <a:extLst>
              <a:ext uri="{FF2B5EF4-FFF2-40B4-BE49-F238E27FC236}">
                <a16:creationId xmlns:a16="http://schemas.microsoft.com/office/drawing/2014/main" id="{6730FFED-E57C-67CB-4BAA-568126831AB5}"/>
              </a:ext>
            </a:extLst>
          </p:cNvPr>
          <p:cNvSpPr>
            <a:spLocks noGrp="1"/>
          </p:cNvSpPr>
          <p:nvPr/>
        </p:nvSpPr>
        <p:spPr>
          <a:xfrm>
            <a:off x="2549677" y="3297710"/>
            <a:ext cx="7092645" cy="1865909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 algn="ctr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>
                <a:latin typeface="Pretendard"/>
                <a:ea typeface="Pretendard"/>
                <a:cs typeface="Pretendard"/>
              </a:rPr>
              <a:t>Jetson Service 구동과 PC 원격 호출</a:t>
            </a:r>
          </a:p>
        </p:txBody>
      </p:sp>
    </p:spTree>
    <p:extLst>
      <p:ext uri="{BB962C8B-B14F-4D97-AF65-F5344CB8AC3E}">
        <p14:creationId xmlns:p14="http://schemas.microsoft.com/office/powerpoint/2010/main" val="34661421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58">
            <a:extLst>
              <a:ext uri="{FF2B5EF4-FFF2-40B4-BE49-F238E27FC236}">
                <a16:creationId xmlns:a16="http://schemas.microsoft.com/office/drawing/2014/main" id="{CAD38C25-48AC-5A29-D53A-82080FAF926E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b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fld id="{D172A7C5-A0CC-7B36-F236-345181E6AD72}" type="slidenum">
              <a:rPr>
                <a:latin typeface="Pretendard"/>
                <a:ea typeface="Pretendard"/>
                <a:cs typeface="Pretendard"/>
              </a:rPr>
              <a:t>33</a:t>
            </a:fld>
            <a:endParaRPr/>
          </a:p>
        </p:txBody>
      </p:sp>
      <p:sp>
        <p:nvSpPr>
          <p:cNvPr id="533" name="Google Shape;533;p58">
            <a:extLst>
              <a:ext uri="{FF2B5EF4-FFF2-40B4-BE49-F238E27FC236}">
                <a16:creationId xmlns:a16="http://schemas.microsoft.com/office/drawing/2014/main" id="{33E8FE18-95DE-C7EA-9E95-10B8218936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699" y="344009"/>
            <a:ext cx="11404599" cy="595791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>
              <a:buNone/>
              <a:defRPr>
                <a:latin typeface="Pretendard"/>
                <a:ea typeface="Pretendard"/>
                <a:cs typeface="Pretendard"/>
              </a:defRPr>
            </a:pPr>
            <a:r>
              <a:rPr>
                <a:solidFill>
                  <a:schemeClr val="accent1"/>
                </a:solidFill>
                <a:latin typeface="Pretendard"/>
                <a:ea typeface="Pretendard"/>
                <a:cs typeface="Pretendard"/>
              </a:rPr>
              <a:t>실습 2·Service 검증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B54A841D-1EA0-6181-C778-7C851CA6E64E}"/>
              </a:ext>
            </a:extLst>
          </p:cNvPr>
          <p:cNvSpPr>
            <a:spLocks noGrp="1"/>
          </p:cNvSpPr>
          <p:nvPr/>
        </p:nvSpPr>
        <p:spPr>
          <a:xfrm>
            <a:off x="706278" y="3250891"/>
            <a:ext cx="4986886" cy="5975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marR="0" lvl="0" indent="0" algn="l" defTabSz="91440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 b="0" i="0" u="none" cap="none" spc="0" dirty="0">
                <a:ln>
                  <a:noFill/>
                </a:ln>
                <a:latin typeface="Pretendard"/>
                <a:ea typeface="Pretendard"/>
                <a:cs typeface="Pretendard"/>
              </a:rPr>
              <a:t>Trigger </a:t>
            </a:r>
            <a:r>
              <a:rPr sz="1600" b="0" i="0" u="none" cap="none" spc="0" dirty="0" err="1">
                <a:ln>
                  <a:noFill/>
                </a:ln>
                <a:latin typeface="Pretendard"/>
                <a:ea typeface="Pretendard"/>
                <a:cs typeface="Pretendard"/>
              </a:rPr>
              <a:t>Service·Response</a:t>
            </a:r>
            <a:r>
              <a:rPr sz="1600" b="0" i="0" u="none" cap="none" spc="0" dirty="0">
                <a:ln>
                  <a:noFill/>
                </a:ln>
                <a:latin typeface="Pretendard"/>
                <a:ea typeface="Pretendard"/>
                <a:cs typeface="Pretendard"/>
              </a:rPr>
              <a:t> </a:t>
            </a:r>
            <a:r>
              <a:rPr sz="1600" b="0" i="0" u="none" cap="none" spc="0" dirty="0" err="1">
                <a:ln>
                  <a:noFill/>
                </a:ln>
                <a:latin typeface="Pretendard"/>
                <a:ea typeface="Pretendard"/>
                <a:cs typeface="Pretendard"/>
              </a:rPr>
              <a:t>작성</a:t>
            </a:r>
            <a:endParaRPr sz="1600" b="0" i="0" u="none" cap="none" spc="0" dirty="0">
              <a:ln>
                <a:noFill/>
              </a:ln>
              <a:latin typeface="Pretendard"/>
              <a:ea typeface="Pretendard"/>
              <a:cs typeface="Pretendard"/>
            </a:endParaRPr>
          </a:p>
        </p:txBody>
      </p:sp>
      <p:sp>
        <p:nvSpPr>
          <p:cNvPr id="12" name="Google Shape;534;p58">
            <a:extLst>
              <a:ext uri="{FF2B5EF4-FFF2-40B4-BE49-F238E27FC236}">
                <a16:creationId xmlns:a16="http://schemas.microsoft.com/office/drawing/2014/main" id="{F393FB38-1005-6250-1642-93C1A76E0B77}"/>
              </a:ext>
            </a:extLst>
          </p:cNvPr>
          <p:cNvSpPr>
            <a:spLocks noGrp="1"/>
          </p:cNvSpPr>
          <p:nvPr/>
        </p:nvSpPr>
        <p:spPr>
          <a:xfrm>
            <a:off x="393700" y="1649094"/>
            <a:ext cx="11404600" cy="634044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>
                <a:latin typeface="Pretendard"/>
                <a:ea typeface="Pretendard"/>
                <a:cs typeface="Pretendard"/>
              </a:rPr>
              <a:t>상세 명령과 TODO: student/practice.md</a:t>
            </a:r>
          </a:p>
        </p:txBody>
      </p:sp>
      <p:sp>
        <p:nvSpPr>
          <p:cNvPr id="13" name="Google Shape;534;p58">
            <a:extLst>
              <a:ext uri="{FF2B5EF4-FFF2-40B4-BE49-F238E27FC236}">
                <a16:creationId xmlns:a16="http://schemas.microsoft.com/office/drawing/2014/main" id="{A0F4C075-109A-7DDE-18C9-18F128552C24}"/>
              </a:ext>
            </a:extLst>
          </p:cNvPr>
          <p:cNvSpPr>
            <a:spLocks noGrp="1"/>
          </p:cNvSpPr>
          <p:nvPr/>
        </p:nvSpPr>
        <p:spPr>
          <a:xfrm>
            <a:off x="393699" y="1146566"/>
            <a:ext cx="11404599" cy="402442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Pretendard"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2000">
                <a:latin typeface="Pretendard"/>
                <a:ea typeface="Pretendard"/>
                <a:cs typeface="Pretendard"/>
              </a:rPr>
              <a:t>Jetson Server와 WSL Client를 완성해 최신 관절값 수신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DCE927-F1A4-A9ED-C839-844BB688547F}"/>
              </a:ext>
            </a:extLst>
          </p:cNvPr>
          <p:cNvSpPr>
            <a:spLocks noGrp="1"/>
          </p:cNvSpPr>
          <p:nvPr/>
        </p:nvSpPr>
        <p:spPr>
          <a:xfrm>
            <a:off x="702967" y="2793808"/>
            <a:ext cx="4986886" cy="3127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800" b="0" i="0" u="none" cap="none" spc="0">
                <a:ln>
                  <a:noFill/>
                </a:ln>
                <a:solidFill>
                  <a:srgbClr val="3357B8"/>
                </a:solidFill>
                <a:latin typeface="Pretendard"/>
                <a:ea typeface="Pretendard"/>
                <a:cs typeface="Pretendard"/>
              </a:rPr>
              <a:t>Server TODO</a:t>
            </a:r>
          </a:p>
        </p:txBody>
      </p:sp>
      <p:sp>
        <p:nvSpPr>
          <p:cNvPr id="16" name="Content Placeholder 10">
            <a:extLst>
              <a:ext uri="{FF2B5EF4-FFF2-40B4-BE49-F238E27FC236}">
                <a16:creationId xmlns:a16="http://schemas.microsoft.com/office/drawing/2014/main" id="{B71DDDF3-A6F6-A2D9-7F68-A246AE82F73A}"/>
              </a:ext>
            </a:extLst>
          </p:cNvPr>
          <p:cNvSpPr>
            <a:spLocks noGrp="1"/>
          </p:cNvSpPr>
          <p:nvPr/>
        </p:nvSpPr>
        <p:spPr>
          <a:xfrm>
            <a:off x="6558438" y="3250891"/>
            <a:ext cx="4986886" cy="5975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marR="0" lvl="0" indent="0" algn="l" defTabSz="91440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 b="0" i="0" u="none" cap="none" spc="0">
                <a:ln>
                  <a:noFill/>
                </a:ln>
                <a:latin typeface="Pretendard"/>
                <a:ea typeface="Pretendard"/>
                <a:cs typeface="Pretendard"/>
              </a:rPr>
              <a:t>생성·대기·비동기 호출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AD06467-8163-39A0-0B9A-1A98533B6978}"/>
              </a:ext>
            </a:extLst>
          </p:cNvPr>
          <p:cNvSpPr>
            <a:spLocks noGrp="1"/>
          </p:cNvSpPr>
          <p:nvPr/>
        </p:nvSpPr>
        <p:spPr>
          <a:xfrm>
            <a:off x="6555127" y="2793808"/>
            <a:ext cx="4986886" cy="3127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800" b="0" i="0" u="none" cap="none" spc="0">
                <a:ln>
                  <a:noFill/>
                </a:ln>
                <a:solidFill>
                  <a:srgbClr val="3357B8"/>
                </a:solidFill>
                <a:latin typeface="Pretendard"/>
                <a:ea typeface="Pretendard"/>
                <a:cs typeface="Pretendard"/>
              </a:rPr>
              <a:t>Client TODO</a:t>
            </a:r>
          </a:p>
        </p:txBody>
      </p:sp>
      <p:sp>
        <p:nvSpPr>
          <p:cNvPr id="18" name="Content Placeholder 10">
            <a:extLst>
              <a:ext uri="{FF2B5EF4-FFF2-40B4-BE49-F238E27FC236}">
                <a16:creationId xmlns:a16="http://schemas.microsoft.com/office/drawing/2014/main" id="{E61F5831-A6CA-0036-3E5C-283D4EBAFE55}"/>
              </a:ext>
            </a:extLst>
          </p:cNvPr>
          <p:cNvSpPr>
            <a:spLocks noGrp="1"/>
          </p:cNvSpPr>
          <p:nvPr/>
        </p:nvSpPr>
        <p:spPr>
          <a:xfrm>
            <a:off x="706278" y="5094931"/>
            <a:ext cx="4986886" cy="5975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marR="0" lvl="0" indent="0" algn="l" defTabSz="91440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 b="0" i="0" u="none" cap="none" spc="0">
                <a:ln>
                  <a:noFill/>
                </a:ln>
                <a:latin typeface="Pretendard"/>
                <a:ea typeface="Pretendard"/>
                <a:cs typeface="Pretendard"/>
              </a:rPr>
              <a:t>Publisher·Service Server 구동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83300B-2E76-54E3-B3E8-C4CE0DA323BE}"/>
              </a:ext>
            </a:extLst>
          </p:cNvPr>
          <p:cNvSpPr>
            <a:spLocks noGrp="1"/>
          </p:cNvSpPr>
          <p:nvPr/>
        </p:nvSpPr>
        <p:spPr>
          <a:xfrm>
            <a:off x="702967" y="4637848"/>
            <a:ext cx="4986886" cy="3127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800" b="0" i="0" u="none" cap="none" spc="0">
                <a:ln>
                  <a:noFill/>
                </a:ln>
                <a:solidFill>
                  <a:srgbClr val="3357B8"/>
                </a:solidFill>
                <a:latin typeface="Pretendard"/>
                <a:ea typeface="Pretendard"/>
                <a:cs typeface="Pretendard"/>
              </a:rPr>
              <a:t>Jetson Launch</a:t>
            </a:r>
          </a:p>
        </p:txBody>
      </p:sp>
      <p:sp>
        <p:nvSpPr>
          <p:cNvPr id="20" name="Content Placeholder 10">
            <a:extLst>
              <a:ext uri="{FF2B5EF4-FFF2-40B4-BE49-F238E27FC236}">
                <a16:creationId xmlns:a16="http://schemas.microsoft.com/office/drawing/2014/main" id="{91E87E4E-34C4-73A3-D9B4-5528035E3F32}"/>
              </a:ext>
            </a:extLst>
          </p:cNvPr>
          <p:cNvSpPr>
            <a:spLocks noGrp="1"/>
          </p:cNvSpPr>
          <p:nvPr/>
        </p:nvSpPr>
        <p:spPr>
          <a:xfrm>
            <a:off x="6558438" y="5094931"/>
            <a:ext cx="4986886" cy="5975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Pretendard"/>
              <a:buChar char="•"/>
              <a:defRPr sz="24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20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Pretendard"/>
              <a:buChar char="•"/>
              <a:defRPr sz="1800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marL="0" marR="0" lvl="0" indent="0" algn="l" defTabSz="91440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600" b="0" i="0" u="none" cap="none" spc="0">
                <a:ln>
                  <a:noFill/>
                </a:ln>
                <a:latin typeface="Pretendard"/>
                <a:ea typeface="Pretendard"/>
                <a:cs typeface="Pretendard"/>
              </a:rPr>
              <a:t>Python Client·CLI 응답 확인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BBD727-79F1-2502-A083-A18F5A754163}"/>
              </a:ext>
            </a:extLst>
          </p:cNvPr>
          <p:cNvSpPr>
            <a:spLocks noGrp="1"/>
          </p:cNvSpPr>
          <p:nvPr/>
        </p:nvSpPr>
        <p:spPr>
          <a:xfrm>
            <a:off x="6555127" y="4637848"/>
            <a:ext cx="4986886" cy="3127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defRPr>
                <a:latin typeface="Pretendard"/>
                <a:ea typeface="Pretendard"/>
                <a:cs typeface="Pretendard"/>
              </a:defRPr>
            </a:pPr>
            <a:r>
              <a:rPr sz="1800" b="0" i="0" u="none" cap="none" spc="0">
                <a:ln>
                  <a:noFill/>
                </a:ln>
                <a:solidFill>
                  <a:srgbClr val="3357B8"/>
                </a:solidFill>
                <a:latin typeface="Pretendard"/>
                <a:ea typeface="Pretendard"/>
                <a:cs typeface="Pretendard"/>
              </a:rPr>
              <a:t>Remote 호출</a:t>
            </a:r>
          </a:p>
        </p:txBody>
      </p:sp>
      <p:sp>
        <p:nvSpPr>
          <p:cNvPr id="3" name="Rounded Rectangle 9">
            <a:extLst>
              <a:ext uri="{FF2B5EF4-FFF2-40B4-BE49-F238E27FC236}">
                <a16:creationId xmlns:a16="http://schemas.microsoft.com/office/drawing/2014/main" id="{50060C77-52B1-F6FC-B1A4-C961670FE2AD}"/>
              </a:ext>
            </a:extLst>
          </p:cNvPr>
          <p:cNvSpPr>
            <a:spLocks noGrp="1"/>
          </p:cNvSpPr>
          <p:nvPr/>
        </p:nvSpPr>
        <p:spPr>
          <a:xfrm>
            <a:off x="499316" y="2553962"/>
            <a:ext cx="5394187" cy="1393857"/>
          </a:xfrm>
          <a:prstGeom prst="roundRect">
            <a:avLst>
              <a:gd name="adj" fmla="val 3585"/>
            </a:avLst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  <a:defRPr>
                <a:latin typeface="Pretendard"/>
                <a:ea typeface="Pretendard"/>
                <a:cs typeface="Pretendard"/>
              </a:defRPr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4" name="Rounded Rectangle 9">
            <a:extLst>
              <a:ext uri="{FF2B5EF4-FFF2-40B4-BE49-F238E27FC236}">
                <a16:creationId xmlns:a16="http://schemas.microsoft.com/office/drawing/2014/main" id="{1159D27A-1461-523D-7DD5-673A60B66AD8}"/>
              </a:ext>
            </a:extLst>
          </p:cNvPr>
          <p:cNvSpPr>
            <a:spLocks noGrp="1"/>
          </p:cNvSpPr>
          <p:nvPr/>
        </p:nvSpPr>
        <p:spPr>
          <a:xfrm>
            <a:off x="6298499" y="2553962"/>
            <a:ext cx="5394187" cy="1393857"/>
          </a:xfrm>
          <a:prstGeom prst="roundRect">
            <a:avLst>
              <a:gd name="adj" fmla="val 3585"/>
            </a:avLst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  <a:defRPr>
                <a:latin typeface="Pretendard"/>
                <a:ea typeface="Pretendard"/>
                <a:cs typeface="Pretendard"/>
              </a:defRPr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5" name="Rounded Rectangle 9">
            <a:extLst>
              <a:ext uri="{FF2B5EF4-FFF2-40B4-BE49-F238E27FC236}">
                <a16:creationId xmlns:a16="http://schemas.microsoft.com/office/drawing/2014/main" id="{8D6E1CF7-05C7-0A24-2B00-908E4780C230}"/>
              </a:ext>
            </a:extLst>
          </p:cNvPr>
          <p:cNvSpPr>
            <a:spLocks noGrp="1"/>
          </p:cNvSpPr>
          <p:nvPr/>
        </p:nvSpPr>
        <p:spPr>
          <a:xfrm>
            <a:off x="499316" y="4298613"/>
            <a:ext cx="5394187" cy="1393857"/>
          </a:xfrm>
          <a:prstGeom prst="roundRect">
            <a:avLst>
              <a:gd name="adj" fmla="val 3585"/>
            </a:avLst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  <a:defRPr>
                <a:latin typeface="Pretendard"/>
                <a:ea typeface="Pretendard"/>
                <a:cs typeface="Pretendard"/>
              </a:defRPr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6" name="Rounded Rectangle 9">
            <a:extLst>
              <a:ext uri="{FF2B5EF4-FFF2-40B4-BE49-F238E27FC236}">
                <a16:creationId xmlns:a16="http://schemas.microsoft.com/office/drawing/2014/main" id="{E8DB49BA-56EA-3432-AE06-A384DAAD1E28}"/>
              </a:ext>
            </a:extLst>
          </p:cNvPr>
          <p:cNvSpPr>
            <a:spLocks noGrp="1"/>
          </p:cNvSpPr>
          <p:nvPr/>
        </p:nvSpPr>
        <p:spPr>
          <a:xfrm>
            <a:off x="6298499" y="4298613"/>
            <a:ext cx="5394187" cy="1393857"/>
          </a:xfrm>
          <a:prstGeom prst="roundRect">
            <a:avLst>
              <a:gd name="adj" fmla="val 3585"/>
            </a:avLst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  <a:defRPr>
                <a:latin typeface="Pretendard"/>
                <a:ea typeface="Pretendard"/>
                <a:cs typeface="Pretendard"/>
              </a:defRPr>
            </a:pPr>
            <a:endParaRPr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9535326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Codex Theme">
  <a:themeElements>
    <a:clrScheme name="Theme 2">
      <a:dk1>
        <a:srgbClr val="000000"/>
      </a:dk1>
      <a:lt1>
        <a:srgbClr val="FFFFFF"/>
      </a:lt1>
      <a:dk2>
        <a:srgbClr val="0E2841"/>
      </a:dk2>
      <a:lt2>
        <a:srgbClr val="FAFCFE"/>
      </a:lt2>
      <a:accent1>
        <a:srgbClr val="3357B8"/>
      </a:accent1>
      <a:accent2>
        <a:srgbClr val="CFD2D9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Lora Roboto">
      <a:majorFont>
        <a:latin typeface="Pretendard"/>
        <a:ea typeface=""/>
        <a:cs typeface=""/>
      </a:majorFont>
      <a:minorFont>
        <a:latin typeface="Pretendard"/>
        <a:ea typeface=""/>
        <a:cs typeface=""/>
      </a:minorFont>
    </a:fontScheme>
    <a:fmtScheme name="Theme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Default Codex Theme">
  <a:themeElements>
    <a:clrScheme name="Theme 2">
      <a:dk1>
        <a:srgbClr val="000000"/>
      </a:dk1>
      <a:lt1>
        <a:srgbClr val="FFFFFF"/>
      </a:lt1>
      <a:dk2>
        <a:srgbClr val="0E2841"/>
      </a:dk2>
      <a:lt2>
        <a:srgbClr val="FAFCFE"/>
      </a:lt2>
      <a:accent1>
        <a:srgbClr val="3357B8"/>
      </a:accent1>
      <a:accent2>
        <a:srgbClr val="CFD2D9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Lora Roboto">
      <a:majorFont>
        <a:latin typeface="Pretendard"/>
        <a:ea typeface=""/>
        <a:cs typeface=""/>
      </a:majorFont>
      <a:minorFont>
        <a:latin typeface="Pretendard"/>
        <a:ea typeface=""/>
        <a:cs typeface=""/>
      </a:minorFont>
    </a:fontScheme>
    <a:fmtScheme name="Theme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</TotalTime>
  <Words>1525</Words>
  <Application>Microsoft Office PowerPoint</Application>
  <DocSecurity>0</DocSecurity>
  <PresentationFormat>와이드스크린</PresentationFormat>
  <Paragraphs>300</Paragraphs>
  <Slides>33</Slides>
  <Notes>30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36" baseType="lpstr">
      <vt:lpstr>Pretendard SemiBold</vt:lpstr>
      <vt:lpstr>Pretendard</vt:lpstr>
      <vt:lpstr>Default Codex Theme</vt:lpstr>
      <vt:lpstr>4주차 — PC·Jetson 분산 통신</vt:lpstr>
      <vt:lpstr>PowerPoint 프레젠테이션</vt:lpstr>
      <vt:lpstr>이론</vt:lpstr>
      <vt:lpstr>분산 ROS</vt:lpstr>
      <vt:lpstr>분산 ROS 2</vt:lpstr>
      <vt:lpstr>3주차 통신 확장</vt:lpstr>
      <vt:lpstr>Jetson·WSL 역할</vt:lpstr>
      <vt:lpstr>DDS의 역할</vt:lpstr>
      <vt:lpstr>분산 통신 확인 단계</vt:lpstr>
      <vt:lpstr>ROS_DOMAIN_ID</vt:lpstr>
      <vt:lpstr>ROS_LOCALHOST_ONLY</vt:lpstr>
      <vt:lpstr>ROS_LOCALHOST_ONLY</vt:lpstr>
      <vt:lpstr>RMW_IMPLEMENTATION</vt:lpstr>
      <vt:lpstr>양쪽 환경 통일</vt:lpstr>
      <vt:lpstr>QoS 기초</vt:lpstr>
      <vt:lpstr>RELIABLE·BEST_EFFORT</vt:lpstr>
      <vt:lpstr>QoS 호환성</vt:lpstr>
      <vt:lpstr>QoS 불일치·복구</vt:lpstr>
      <vt:lpstr>PC – Jetson 통신 연결</vt:lpstr>
      <vt:lpstr>실습 장비·연결</vt:lpstr>
      <vt:lpstr>Jetson</vt:lpstr>
      <vt:lpstr>Window</vt:lpstr>
      <vt:lpstr>Window</vt:lpstr>
      <vt:lpstr>WSL2 Mirrored Networking</vt:lpstr>
      <vt:lpstr>PC-Jetson 연결 확인</vt:lpstr>
      <vt:lpstr>QoS 기초</vt:lpstr>
      <vt:lpstr>기타 참고사항</vt:lpstr>
      <vt:lpstr>ROS 2 CLI</vt:lpstr>
      <vt:lpstr>실습 1</vt:lpstr>
      <vt:lpstr>실습 1·환경 준비</vt:lpstr>
      <vt:lpstr>실습 1·Topic 검증</vt:lpstr>
      <vt:lpstr>실습 2</vt:lpstr>
      <vt:lpstr>실습 2·Service 검증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창주 이</cp:lastModifiedBy>
  <cp:revision>76</cp:revision>
  <dcterms:created xsi:type="dcterms:W3CDTF">2026-08-29T08:26:06Z</dcterms:created>
  <dcterms:modified xsi:type="dcterms:W3CDTF">2026-09-19T11:35:36Z</dcterms:modified>
</cp:coreProperties>
</file>